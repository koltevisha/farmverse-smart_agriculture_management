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96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8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embeddedFontLst>
    <p:embeddedFont>
      <p:font typeface="Felix Titling" panose="04060505060202020A04" pitchFamily="82" charset="0"/>
      <p:regular r:id="rId16"/>
    </p:embeddedFont>
    <p:embeddedFont>
      <p:font typeface="Gill Sans Ultra Bold" panose="020B0A02020104020203" pitchFamily="34" charset="0"/>
      <p:regular r:id="rId17"/>
    </p:embeddedFont>
    <p:embeddedFont>
      <p:font typeface="Goudy Old Style" panose="02020502050305020303" pitchFamily="18" charset="0"/>
      <p:regular r:id="rId18"/>
      <p:bold r:id="rId19"/>
      <p:italic r:id="rId20"/>
    </p:embeddedFont>
    <p:embeddedFont>
      <p:font typeface="Inter" panose="020B0604020202020204" charset="0"/>
      <p:regular r:id="rId21"/>
    </p:embeddedFont>
    <p:embeddedFont>
      <p:font typeface="Manrope" panose="020B0604020202020204" charset="0"/>
      <p:regular r:id="rId22"/>
    </p:embeddedFont>
    <p:embeddedFont>
      <p:font typeface="Manrope Bold" panose="020B0604020202020204" charset="0"/>
      <p:bold r:id="rId23"/>
    </p:embeddedFont>
    <p:embeddedFont>
      <p:font typeface="Stencil" panose="040409050D0802020404" pitchFamily="82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9DDF14-3008-4A0E-A865-13B79D8F8927}" v="6" dt="2026-08-23T08:49:13.5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187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al kolte" userId="7e3756dd29c79fb6" providerId="LiveId" clId="{6B8D82E6-A42A-4583-80D8-FF00A56FFDA0}"/>
    <pc:docChg chg="undo custSel addSld modSld">
      <pc:chgData name="vishal kolte" userId="7e3756dd29c79fb6" providerId="LiveId" clId="{6B8D82E6-A42A-4583-80D8-FF00A56FFDA0}" dt="2026-08-23T08:56:40.749" v="121" actId="22"/>
      <pc:docMkLst>
        <pc:docMk/>
      </pc:docMkLst>
      <pc:sldChg chg="addSp delSp modSp mod">
        <pc:chgData name="vishal kolte" userId="7e3756dd29c79fb6" providerId="LiveId" clId="{6B8D82E6-A42A-4583-80D8-FF00A56FFDA0}" dt="2026-08-23T08:32:01.679" v="8" actId="14100"/>
        <pc:sldMkLst>
          <pc:docMk/>
          <pc:sldMk cId="0" sldId="257"/>
        </pc:sldMkLst>
        <pc:picChg chg="del">
          <ac:chgData name="vishal kolte" userId="7e3756dd29c79fb6" providerId="LiveId" clId="{6B8D82E6-A42A-4583-80D8-FF00A56FFDA0}" dt="2026-08-23T08:31:21.326" v="0" actId="478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vishal kolte" userId="7e3756dd29c79fb6" providerId="LiveId" clId="{6B8D82E6-A42A-4583-80D8-FF00A56FFDA0}" dt="2026-08-23T08:32:01.679" v="8" actId="14100"/>
          <ac:picMkLst>
            <pc:docMk/>
            <pc:sldMk cId="0" sldId="257"/>
            <ac:picMk id="15" creationId="{77B7AFF2-A248-FB8C-0C9B-28AC0340A027}"/>
          </ac:picMkLst>
        </pc:picChg>
      </pc:sldChg>
      <pc:sldChg chg="addSp delSp modSp mod">
        <pc:chgData name="vishal kolte" userId="7e3756dd29c79fb6" providerId="LiveId" clId="{6B8D82E6-A42A-4583-80D8-FF00A56FFDA0}" dt="2026-08-23T08:40:47.063" v="64" actId="14100"/>
        <pc:sldMkLst>
          <pc:docMk/>
          <pc:sldMk cId="0" sldId="259"/>
        </pc:sldMkLst>
        <pc:spChg chg="mod">
          <ac:chgData name="vishal kolte" userId="7e3756dd29c79fb6" providerId="LiveId" clId="{6B8D82E6-A42A-4583-80D8-FF00A56FFDA0}" dt="2026-08-23T08:39:29.094" v="59" actId="107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vishal kolte" userId="7e3756dd29c79fb6" providerId="LiveId" clId="{6B8D82E6-A42A-4583-80D8-FF00A56FFDA0}" dt="2026-08-23T08:39:22.179" v="58" actId="207"/>
          <ac:spMkLst>
            <pc:docMk/>
            <pc:sldMk cId="0" sldId="259"/>
            <ac:spMk id="27" creationId="{00000000-0000-0000-0000-000000000000}"/>
          </ac:spMkLst>
        </pc:spChg>
        <pc:spChg chg="add del mod">
          <ac:chgData name="vishal kolte" userId="7e3756dd29c79fb6" providerId="LiveId" clId="{6B8D82E6-A42A-4583-80D8-FF00A56FFDA0}" dt="2026-08-23T08:40:41.040" v="63" actId="478"/>
          <ac:spMkLst>
            <pc:docMk/>
            <pc:sldMk cId="0" sldId="259"/>
            <ac:spMk id="28" creationId="{00000000-0000-0000-0000-000000000000}"/>
          </ac:spMkLst>
        </pc:spChg>
        <pc:spChg chg="mod">
          <ac:chgData name="vishal kolte" userId="7e3756dd29c79fb6" providerId="LiveId" clId="{6B8D82E6-A42A-4583-80D8-FF00A56FFDA0}" dt="2026-08-23T08:40:47.063" v="64" actId="14100"/>
          <ac:spMkLst>
            <pc:docMk/>
            <pc:sldMk cId="0" sldId="259"/>
            <ac:spMk id="29" creationId="{00000000-0000-0000-0000-000000000000}"/>
          </ac:spMkLst>
        </pc:spChg>
        <pc:spChg chg="mod">
          <ac:chgData name="vishal kolte" userId="7e3756dd29c79fb6" providerId="LiveId" clId="{6B8D82E6-A42A-4583-80D8-FF00A56FFDA0}" dt="2026-08-23T08:40:01.878" v="61" actId="20577"/>
          <ac:spMkLst>
            <pc:docMk/>
            <pc:sldMk cId="0" sldId="259"/>
            <ac:spMk id="31" creationId="{00000000-0000-0000-0000-000000000000}"/>
          </ac:spMkLst>
        </pc:spChg>
        <pc:spChg chg="mod">
          <ac:chgData name="vishal kolte" userId="7e3756dd29c79fb6" providerId="LiveId" clId="{6B8D82E6-A42A-4583-80D8-FF00A56FFDA0}" dt="2026-08-23T08:34:24.514" v="10" actId="20577"/>
          <ac:spMkLst>
            <pc:docMk/>
            <pc:sldMk cId="0" sldId="259"/>
            <ac:spMk id="32" creationId="{00000000-0000-0000-0000-000000000000}"/>
          </ac:spMkLst>
        </pc:spChg>
        <pc:picChg chg="del">
          <ac:chgData name="vishal kolte" userId="7e3756dd29c79fb6" providerId="LiveId" clId="{6B8D82E6-A42A-4583-80D8-FF00A56FFDA0}" dt="2026-08-23T08:35:36.083" v="19" actId="478"/>
          <ac:picMkLst>
            <pc:docMk/>
            <pc:sldMk cId="0" sldId="259"/>
            <ac:picMk id="30" creationId="{00000000-0000-0000-0000-000000000000}"/>
          </ac:picMkLst>
        </pc:picChg>
        <pc:picChg chg="add del">
          <ac:chgData name="vishal kolte" userId="7e3756dd29c79fb6" providerId="LiveId" clId="{6B8D82E6-A42A-4583-80D8-FF00A56FFDA0}" dt="2026-08-23T08:34:44.145" v="13" actId="22"/>
          <ac:picMkLst>
            <pc:docMk/>
            <pc:sldMk cId="0" sldId="259"/>
            <ac:picMk id="35" creationId="{C632D4C2-85A9-A9E6-18C3-893DE2201739}"/>
          </ac:picMkLst>
        </pc:picChg>
        <pc:picChg chg="add del">
          <ac:chgData name="vishal kolte" userId="7e3756dd29c79fb6" providerId="LiveId" clId="{6B8D82E6-A42A-4583-80D8-FF00A56FFDA0}" dt="2026-08-23T08:35:38.662" v="21" actId="22"/>
          <ac:picMkLst>
            <pc:docMk/>
            <pc:sldMk cId="0" sldId="259"/>
            <ac:picMk id="37" creationId="{C0D7721A-9544-FA8E-071C-C44DC7141C0F}"/>
          </ac:picMkLst>
        </pc:picChg>
        <pc:picChg chg="add del mod">
          <ac:chgData name="vishal kolte" userId="7e3756dd29c79fb6" providerId="LiveId" clId="{6B8D82E6-A42A-4583-80D8-FF00A56FFDA0}" dt="2026-08-23T08:36:01.016" v="29" actId="22"/>
          <ac:picMkLst>
            <pc:docMk/>
            <pc:sldMk cId="0" sldId="259"/>
            <ac:picMk id="39" creationId="{E8315582-D26D-46A3-AE75-A0107AA7DA75}"/>
          </ac:picMkLst>
        </pc:picChg>
        <pc:picChg chg="add mod">
          <ac:chgData name="vishal kolte" userId="7e3756dd29c79fb6" providerId="LiveId" clId="{6B8D82E6-A42A-4583-80D8-FF00A56FFDA0}" dt="2026-08-23T08:36:43.835" v="36" actId="14100"/>
          <ac:picMkLst>
            <pc:docMk/>
            <pc:sldMk cId="0" sldId="259"/>
            <ac:picMk id="41" creationId="{B29ABB23-E7D3-88F1-6BF1-0C8353AA247C}"/>
          </ac:picMkLst>
        </pc:picChg>
      </pc:sldChg>
      <pc:sldChg chg="addSp modSp new mod">
        <pc:chgData name="vishal kolte" userId="7e3756dd29c79fb6" providerId="LiveId" clId="{6B8D82E6-A42A-4583-80D8-FF00A56FFDA0}" dt="2026-08-23T08:44:16.054" v="68" actId="14100"/>
        <pc:sldMkLst>
          <pc:docMk/>
          <pc:sldMk cId="55914407" sldId="267"/>
        </pc:sldMkLst>
        <pc:picChg chg="add mod">
          <ac:chgData name="vishal kolte" userId="7e3756dd29c79fb6" providerId="LiveId" clId="{6B8D82E6-A42A-4583-80D8-FF00A56FFDA0}" dt="2026-08-23T08:44:16.054" v="68" actId="14100"/>
          <ac:picMkLst>
            <pc:docMk/>
            <pc:sldMk cId="55914407" sldId="267"/>
            <ac:picMk id="3" creationId="{24C8A23A-25F0-ADF6-89CA-D14B9FFEA3F7}"/>
          </ac:picMkLst>
        </pc:picChg>
      </pc:sldChg>
      <pc:sldChg chg="addSp delSp modSp new mod">
        <pc:chgData name="vishal kolte" userId="7e3756dd29c79fb6" providerId="LiveId" clId="{6B8D82E6-A42A-4583-80D8-FF00A56FFDA0}" dt="2026-08-23T08:56:40.749" v="121" actId="22"/>
        <pc:sldMkLst>
          <pc:docMk/>
          <pc:sldMk cId="319098094" sldId="268"/>
        </pc:sldMkLst>
        <pc:spChg chg="add del mod">
          <ac:chgData name="vishal kolte" userId="7e3756dd29c79fb6" providerId="LiveId" clId="{6B8D82E6-A42A-4583-80D8-FF00A56FFDA0}" dt="2026-08-23T08:48:34.851" v="75"/>
          <ac:spMkLst>
            <pc:docMk/>
            <pc:sldMk cId="319098094" sldId="268"/>
            <ac:spMk id="2" creationId="{2C6D7C88-D736-DA28-E963-E9138CCE8F7D}"/>
          </ac:spMkLst>
        </pc:spChg>
        <pc:spChg chg="add del mod">
          <ac:chgData name="vishal kolte" userId="7e3756dd29c79fb6" providerId="LiveId" clId="{6B8D82E6-A42A-4583-80D8-FF00A56FFDA0}" dt="2026-08-23T08:49:13.025" v="81"/>
          <ac:spMkLst>
            <pc:docMk/>
            <pc:sldMk cId="319098094" sldId="268"/>
            <ac:spMk id="5" creationId="{222607B3-0663-D835-E2B3-9F7FB240ADD7}"/>
          </ac:spMkLst>
        </pc:spChg>
        <pc:spChg chg="add del mod">
          <ac:chgData name="vishal kolte" userId="7e3756dd29c79fb6" providerId="LiveId" clId="{6B8D82E6-A42A-4583-80D8-FF00A56FFDA0}" dt="2026-08-23T08:49:13.905" v="84"/>
          <ac:spMkLst>
            <pc:docMk/>
            <pc:sldMk cId="319098094" sldId="268"/>
            <ac:spMk id="6" creationId="{C198A416-19AF-6EE1-DD78-AC554A330FF0}"/>
          </ac:spMkLst>
        </pc:spChg>
        <pc:spChg chg="add del mod">
          <ac:chgData name="vishal kolte" userId="7e3756dd29c79fb6" providerId="LiveId" clId="{6B8D82E6-A42A-4583-80D8-FF00A56FFDA0}" dt="2026-08-23T08:54:19.200" v="115"/>
          <ac:spMkLst>
            <pc:docMk/>
            <pc:sldMk cId="319098094" sldId="268"/>
            <ac:spMk id="8" creationId="{D2CC467A-9155-8795-6FA6-646F36CCDCFA}"/>
          </ac:spMkLst>
        </pc:spChg>
        <pc:picChg chg="add del mod">
          <ac:chgData name="vishal kolte" userId="7e3756dd29c79fb6" providerId="LiveId" clId="{6B8D82E6-A42A-4583-80D8-FF00A56FFDA0}" dt="2026-08-23T08:54:12.636" v="88" actId="478"/>
          <ac:picMkLst>
            <pc:docMk/>
            <pc:sldMk cId="319098094" sldId="268"/>
            <ac:picMk id="4" creationId="{94F201FB-E118-9461-AF11-57D6CAA28B7F}"/>
          </ac:picMkLst>
        </pc:picChg>
        <pc:picChg chg="add del mod">
          <ac:chgData name="vishal kolte" userId="7e3756dd29c79fb6" providerId="LiveId" clId="{6B8D82E6-A42A-4583-80D8-FF00A56FFDA0}" dt="2026-08-23T08:56:39.723" v="120" actId="478"/>
          <ac:picMkLst>
            <pc:docMk/>
            <pc:sldMk cId="319098094" sldId="268"/>
            <ac:picMk id="10" creationId="{2075958C-349D-8519-896B-0D2D43F32BDB}"/>
          </ac:picMkLst>
        </pc:picChg>
        <pc:picChg chg="add">
          <ac:chgData name="vishal kolte" userId="7e3756dd29c79fb6" providerId="LiveId" clId="{6B8D82E6-A42A-4583-80D8-FF00A56FFDA0}" dt="2026-08-23T08:56:40.749" v="121" actId="22"/>
          <ac:picMkLst>
            <pc:docMk/>
            <pc:sldMk cId="319098094" sldId="268"/>
            <ac:picMk id="12" creationId="{1D52B788-BB21-E027-389B-51E1F4930AB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499" y="723056"/>
            <a:ext cx="3490723" cy="28049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500" y="3617132"/>
            <a:ext cx="3154680" cy="1035558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0936" y="723056"/>
            <a:ext cx="4052460" cy="3944197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7819486" y="3515322"/>
            <a:ext cx="2030018" cy="273844"/>
          </a:xfrm>
        </p:spPr>
        <p:txBody>
          <a:bodyPr/>
          <a:lstStyle/>
          <a:p>
            <a:fld id="{7FA43F5B-065E-43CE-B3FD-98C48A6F94D7}" type="datetime1">
              <a:rPr lang="en-US" smtClean="0"/>
              <a:t>8/23/2026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456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8055864" cy="84919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244009"/>
            <a:ext cx="8085582" cy="3693750"/>
          </a:xfrm>
        </p:spPr>
        <p:txBody>
          <a:bodyPr>
            <a:normAutofit/>
          </a:bodyPr>
          <a:lstStyle>
            <a:lvl1pPr>
              <a:defRPr sz="135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050">
                <a:solidFill>
                  <a:schemeClr val="tx1"/>
                </a:solidFill>
              </a:defRPr>
            </a:lvl3pPr>
            <a:lvl4pPr>
              <a:defRPr sz="900">
                <a:solidFill>
                  <a:schemeClr val="tx1"/>
                </a:solidFill>
              </a:defRPr>
            </a:lvl4pPr>
            <a:lvl5pPr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D15516-589F-487D-BF51-9635DCEA90D5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17962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3913524"/>
            <a:ext cx="8229600" cy="589788"/>
          </a:xfrm>
        </p:spPr>
        <p:txBody>
          <a:bodyPr anchor="b">
            <a:normAutofit/>
          </a:bodyPr>
          <a:lstStyle>
            <a:lvl1pPr algn="ctr"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479472"/>
            <a:ext cx="8229600" cy="360280"/>
          </a:xfrm>
        </p:spPr>
        <p:txBody>
          <a:bodyPr anchor="t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9143999" cy="3739819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297089" y="4340394"/>
            <a:ext cx="1127583" cy="27384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8/23/2026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" y="3742455"/>
            <a:ext cx="91439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71595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1933956"/>
            <a:ext cx="5909501" cy="2694472"/>
          </a:xfrm>
        </p:spPr>
        <p:txBody>
          <a:bodyPr>
            <a:normAutofit/>
          </a:bodyPr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" y="1285875"/>
            <a:ext cx="91439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90850" y="276225"/>
            <a:ext cx="5531644" cy="760810"/>
          </a:xfrm>
        </p:spPr>
        <p:txBody>
          <a:bodyPr anchor="ctr">
            <a:normAutofit/>
          </a:bodyPr>
          <a:lstStyle>
            <a:lvl1pPr algn="r"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4B20A-718A-4149-B5D2-676E857EB828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6836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44652"/>
            <a:ext cx="7159752" cy="2756914"/>
          </a:xfrm>
        </p:spPr>
        <p:txBody>
          <a:bodyPr anchor="t">
            <a:normAutofit/>
          </a:bodyPr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" y="3857625"/>
            <a:ext cx="91439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55686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461" y="972063"/>
            <a:ext cx="3264994" cy="3199376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292" y="972063"/>
            <a:ext cx="3243834" cy="319937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171450" indent="0">
              <a:buNone/>
              <a:defRPr>
                <a:solidFill>
                  <a:schemeClr val="tx1"/>
                </a:solidFill>
              </a:defRPr>
            </a:lvl2pPr>
            <a:lvl3pPr marL="342900" indent="0">
              <a:buNone/>
              <a:defRPr>
                <a:solidFill>
                  <a:schemeClr val="tx1"/>
                </a:solidFill>
              </a:defRPr>
            </a:lvl3pPr>
            <a:lvl4pPr marL="514350" indent="0">
              <a:buNone/>
              <a:defRPr>
                <a:solidFill>
                  <a:schemeClr val="tx1"/>
                </a:solidFill>
              </a:defRPr>
            </a:lvl4pPr>
            <a:lvl5pPr marL="685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3D6F41-6645-4089-A6BB-7B692A44A4CC}" type="datetime1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9227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456432"/>
            <a:ext cx="3127248" cy="1207008"/>
          </a:xfrm>
        </p:spPr>
        <p:txBody>
          <a:bodyPr anchor="t" anchorCtr="0">
            <a:noAutofit/>
          </a:bodyPr>
          <a:lstStyle>
            <a:lvl1pPr algn="ctr"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942976" y="822960"/>
            <a:ext cx="2832353" cy="2376075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6098" y="630936"/>
            <a:ext cx="3161538" cy="3998214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A4B20A-718A-4149-B5D2-676E857EB828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22815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216758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788" y="1961388"/>
            <a:ext cx="2859786" cy="2667762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9804" y="630936"/>
            <a:ext cx="3717131" cy="2667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050">
                <a:solidFill>
                  <a:schemeClr val="tx1"/>
                </a:solidFill>
              </a:defRPr>
            </a:lvl2pPr>
            <a:lvl3pPr>
              <a:defRPr sz="105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A4B20A-718A-4149-B5D2-676E857EB828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762152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973861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30936"/>
            <a:ext cx="2249424" cy="3888486"/>
          </a:xfrm>
        </p:spPr>
        <p:txBody>
          <a:bodyPr anchor="t" anchorCtr="0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00194" y="630936"/>
            <a:ext cx="4695116" cy="388848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050">
                <a:solidFill>
                  <a:schemeClr val="tx1"/>
                </a:solidFill>
              </a:defRPr>
            </a:lvl2pPr>
            <a:lvl3pPr>
              <a:defRPr sz="105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A4B20A-718A-4149-B5D2-676E857EB828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136657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1060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364" y="742884"/>
            <a:ext cx="1924195" cy="1394206"/>
          </a:xfrm>
        </p:spPr>
        <p:txBody>
          <a:bodyPr anchor="b"/>
          <a:lstStyle>
            <a:lvl1pPr>
              <a:def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244742" cy="51435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24204" y="2258501"/>
            <a:ext cx="1919983" cy="199218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171450" indent="0">
              <a:buNone/>
              <a:defRPr lang="en-US" sz="1050" dirty="0"/>
            </a:lvl2pPr>
            <a:lvl3pPr marL="342900" indent="0">
              <a:buNone/>
              <a:defRPr lang="en-US" sz="1050" dirty="0"/>
            </a:lvl3pPr>
            <a:lvl4pPr marL="514350" indent="0">
              <a:buNone/>
              <a:defRPr lang="en-US" sz="1050" dirty="0"/>
            </a:lvl4pPr>
            <a:lvl5pPr marL="6858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7719423" y="1194719"/>
            <a:ext cx="2230142" cy="273844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7819486" y="3515322"/>
            <a:ext cx="2030018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8/23/2026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34222" y="4767263"/>
            <a:ext cx="430965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40428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79119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640" y="411480"/>
            <a:ext cx="4569919" cy="857250"/>
          </a:xfrm>
        </p:spPr>
        <p:txBody>
          <a:bodyPr anchor="b"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595414" cy="51435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1371600"/>
            <a:ext cx="4553712" cy="33672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597866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7819486" y="3515322"/>
            <a:ext cx="2030018" cy="273844"/>
          </a:xfrm>
        </p:spPr>
        <p:txBody>
          <a:bodyPr/>
          <a:lstStyle/>
          <a:p>
            <a:fld id="{18A4B20A-718A-4149-B5D2-676E857EB828}" type="datetime1">
              <a:rPr lang="en-US" smtClean="0"/>
              <a:t>8/23/2026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7719424" y="1194718"/>
            <a:ext cx="2230142" cy="273844"/>
          </a:xfrm>
        </p:spPr>
        <p:txBody>
          <a:bodyPr/>
          <a:lstStyle/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02050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0"/>
            <a:ext cx="4601718" cy="857250"/>
          </a:xfrm>
        </p:spPr>
        <p:txBody>
          <a:bodyPr anchor="b"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371600"/>
            <a:ext cx="4601718" cy="33672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50408" y="0"/>
            <a:ext cx="3593592" cy="51435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536517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748309" y="3515322"/>
            <a:ext cx="2030018" cy="273844"/>
          </a:xfrm>
        </p:spPr>
        <p:txBody>
          <a:bodyPr/>
          <a:lstStyle/>
          <a:p>
            <a:fld id="{18A4B20A-718A-4149-B5D2-676E857EB828}" type="datetime1">
              <a:rPr lang="en-US" smtClean="0"/>
              <a:t>8/23/2026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848371" y="1194718"/>
            <a:ext cx="2230142" cy="273844"/>
          </a:xfrm>
        </p:spPr>
        <p:txBody>
          <a:bodyPr/>
          <a:lstStyle/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8338" y="4767263"/>
            <a:ext cx="430965" cy="273844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22064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40030"/>
            <a:ext cx="5143500" cy="699516"/>
          </a:xfrm>
        </p:spPr>
        <p:txBody>
          <a:bodyPr anchor="b"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035558"/>
            <a:ext cx="5143500" cy="373761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8800" y="0"/>
            <a:ext cx="3075200" cy="51435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58321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748309" y="3515322"/>
            <a:ext cx="2030018" cy="273844"/>
          </a:xfrm>
        </p:spPr>
        <p:txBody>
          <a:bodyPr/>
          <a:lstStyle/>
          <a:p>
            <a:fld id="{18A4B20A-718A-4149-B5D2-676E857EB828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848371" y="1194718"/>
            <a:ext cx="2230142" cy="273844"/>
          </a:xfrm>
        </p:spPr>
        <p:txBody>
          <a:bodyPr/>
          <a:lstStyle/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8338" y="4767263"/>
            <a:ext cx="430965" cy="273844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1364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37560"/>
            <a:ext cx="3271266" cy="946979"/>
          </a:xfrm>
        </p:spPr>
        <p:txBody>
          <a:bodyPr anchor="b"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1" y="1484596"/>
            <a:ext cx="3270647" cy="32469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09110" y="0"/>
            <a:ext cx="4834890" cy="51435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299095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748309" y="3515322"/>
            <a:ext cx="2030018" cy="273844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848371" y="1194718"/>
            <a:ext cx="2230142" cy="273844"/>
          </a:xfrm>
        </p:spPr>
        <p:txBody>
          <a:bodyPr/>
          <a:lstStyle/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8338" y="4767263"/>
            <a:ext cx="430965" cy="273844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61726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40030"/>
            <a:ext cx="3429000" cy="699516"/>
          </a:xfrm>
        </p:spPr>
        <p:txBody>
          <a:bodyPr anchor="b"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035558"/>
            <a:ext cx="3429000" cy="373761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38291" y="0"/>
            <a:ext cx="4705709" cy="51435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33793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748309" y="3515322"/>
            <a:ext cx="2030018" cy="273844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848371" y="1194718"/>
            <a:ext cx="2230142" cy="273844"/>
          </a:xfrm>
        </p:spPr>
        <p:txBody>
          <a:bodyPr/>
          <a:lstStyle/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8338" y="4767263"/>
            <a:ext cx="430965" cy="273844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2240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59201"/>
            <a:ext cx="2804922" cy="104274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9144000" cy="3476349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74251" y="4263232"/>
            <a:ext cx="1281907" cy="273844"/>
          </a:xfrm>
        </p:spPr>
        <p:txBody>
          <a:bodyPr/>
          <a:lstStyle/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34740" y="3759200"/>
            <a:ext cx="4800600" cy="104274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350">
                <a:solidFill>
                  <a:schemeClr val="tx1"/>
                </a:solidFill>
              </a:defRPr>
            </a:lvl1pPr>
            <a:lvl2pPr marL="17145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2pPr>
            <a:lvl3pPr marL="342900" indent="0">
              <a:buFont typeface="Arial" panose="020B0604020202020204" pitchFamily="34" charset="0"/>
              <a:buNone/>
              <a:defRPr sz="1050">
                <a:solidFill>
                  <a:schemeClr val="tx1"/>
                </a:solidFill>
              </a:defRPr>
            </a:lvl3pPr>
            <a:lvl4pPr marL="514350" indent="0"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4pPr>
            <a:lvl5pPr marL="685800" indent="0">
              <a:buFont typeface="Arial" panose="020B0604020202020204" pitchFamily="34" charset="0"/>
              <a:buNone/>
              <a:defRPr sz="825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8380469" y="4076305"/>
            <a:ext cx="908051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A4B20A-718A-4149-B5D2-676E857EB828}" type="datetime1">
              <a:rPr lang="en-US" smtClean="0"/>
              <a:t>8/23/2026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3478672"/>
            <a:ext cx="91439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22884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1" y="3662172"/>
            <a:ext cx="2743202" cy="1090422"/>
          </a:xfrm>
        </p:spPr>
        <p:txBody>
          <a:bodyPr anchor="t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1" y="411482"/>
            <a:ext cx="2617631" cy="3031235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03320" y="411956"/>
            <a:ext cx="4920854" cy="4319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A4B20A-718A-4149-B5D2-676E857EB828}" type="datetime1">
              <a:rPr lang="en-US" smtClean="0"/>
              <a:t>8/23/2026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84588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750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623" y="419506"/>
            <a:ext cx="8066753" cy="699516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848371" y="1194718"/>
            <a:ext cx="2230142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748310" y="3446210"/>
            <a:ext cx="2030018" cy="273844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18A4B20A-718A-4149-B5D2-676E857EB828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6427" y="4698151"/>
            <a:ext cx="430965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1285239"/>
            <a:ext cx="3290259" cy="3459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4196" y="1285240"/>
            <a:ext cx="4899803" cy="3858260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14313" lvl="0" indent="-214313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432963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050" y="3703321"/>
            <a:ext cx="5240653" cy="101498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750"/>
              </a:spcBef>
              <a:defRPr sz="21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3050" y="411766"/>
            <a:ext cx="7091363" cy="3250406"/>
          </a:xfrm>
        </p:spPr>
        <p:txBody>
          <a:bodyPr anchor="b">
            <a:normAutofit/>
          </a:bodyPr>
          <a:lstStyle>
            <a:lvl1pPr>
              <a:defRPr sz="174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028700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46526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9486" y="-921095"/>
            <a:ext cx="7989570" cy="850392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8104" y="1701562"/>
            <a:ext cx="5207793" cy="2965691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3300" b="0" cap="all" baseline="0">
                <a:solidFill>
                  <a:schemeClr val="tx1"/>
                </a:solidFill>
              </a:defRPr>
            </a:lvl1pPr>
            <a:lvl2pPr marL="171450" indent="0" algn="ctr">
              <a:lnSpc>
                <a:spcPct val="110000"/>
              </a:lnSpc>
              <a:buNone/>
              <a:defRPr sz="3300" b="0" cap="all" baseline="0">
                <a:solidFill>
                  <a:schemeClr val="tx1"/>
                </a:solidFill>
              </a:defRPr>
            </a:lvl2pPr>
            <a:lvl3pPr marL="342900" indent="0" algn="ctr">
              <a:lnSpc>
                <a:spcPct val="110000"/>
              </a:lnSpc>
              <a:buNone/>
              <a:defRPr sz="3300" b="0" cap="all" baseline="0">
                <a:solidFill>
                  <a:schemeClr val="tx1"/>
                </a:solidFill>
              </a:defRPr>
            </a:lvl3pPr>
            <a:lvl4pPr marL="514350" indent="0" algn="ctr">
              <a:lnSpc>
                <a:spcPct val="110000"/>
              </a:lnSpc>
              <a:buNone/>
              <a:defRPr sz="3300" b="0" cap="all" baseline="0">
                <a:solidFill>
                  <a:schemeClr val="tx1"/>
                </a:solidFill>
              </a:defRPr>
            </a:lvl4pPr>
            <a:lvl5pPr marL="685800" indent="0" algn="ctr">
              <a:lnSpc>
                <a:spcPct val="110000"/>
              </a:lnSpc>
              <a:buNone/>
              <a:defRPr sz="33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3B8C54-B76A-4DD8-BD0B-11200408342B}" type="datetime1">
              <a:rPr lang="en-US" smtClean="0"/>
              <a:t>8/23/2026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292904" y="-1072785"/>
            <a:ext cx="4558193" cy="7883029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891993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5126" y="4251960"/>
            <a:ext cx="4733748" cy="349758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750"/>
              </a:spcBef>
              <a:defRPr sz="135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47851" y="1308433"/>
            <a:ext cx="5248298" cy="2630930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5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108535" y="-1261480"/>
            <a:ext cx="4926932" cy="7883029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63035D-22A0-4334-A9AE-2457016C8B47}" type="datetime1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85095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8055864" cy="84919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8878" y="1577579"/>
            <a:ext cx="3886200" cy="3263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13710" y="1577341"/>
            <a:ext cx="3886200" cy="3263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A4B20A-718A-4149-B5D2-676E857EB828}" type="datetime1">
              <a:rPr lang="en-US" smtClean="0"/>
              <a:t>8/23/2026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053352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8055864" cy="84919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1577340"/>
            <a:ext cx="3868340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8879" y="2057401"/>
            <a:ext cx="3867890" cy="2822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32020" y="1577340"/>
            <a:ext cx="3887391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32021" y="2057401"/>
            <a:ext cx="3887391" cy="2822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A4B20A-718A-4149-B5D2-676E857EB828}" type="datetime1">
              <a:rPr lang="en-US" smtClean="0"/>
              <a:t>8/23/2026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848038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8055864" cy="84919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A4B20A-718A-4149-B5D2-676E857EB828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51824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886D589-8B08-4190-9F3B-BA01ED2999CB}" type="datetime1">
              <a:rPr lang="en-US" smtClean="0"/>
              <a:t>8/23/2026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36025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7" y="342900"/>
            <a:ext cx="5506730" cy="850392"/>
          </a:xfrm>
          <a:noFill/>
        </p:spPr>
        <p:txBody>
          <a:bodyPr anchor="b">
            <a:noAutofit/>
          </a:bodyPr>
          <a:lstStyle>
            <a:lvl1pPr>
              <a:defRPr sz="4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0936" y="1968246"/>
            <a:ext cx="7818120" cy="24003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171450" indent="0">
              <a:buNone/>
              <a:defRPr>
                <a:solidFill>
                  <a:schemeClr val="tx1"/>
                </a:solidFill>
              </a:defRPr>
            </a:lvl2pPr>
            <a:lvl3pPr marL="342900" indent="0">
              <a:buNone/>
              <a:defRPr>
                <a:solidFill>
                  <a:schemeClr val="tx1"/>
                </a:solidFill>
              </a:defRPr>
            </a:lvl3pPr>
            <a:lvl4pPr marL="514350" indent="0">
              <a:buNone/>
              <a:defRPr>
                <a:solidFill>
                  <a:schemeClr val="tx1"/>
                </a:solidFill>
              </a:defRPr>
            </a:lvl4pPr>
            <a:lvl5pPr marL="685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A4B20A-718A-4149-B5D2-676E857EB828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824277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8055864" cy="849194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1726377"/>
            <a:ext cx="8055863" cy="2940874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171450" indent="0">
              <a:buNone/>
              <a:defRPr>
                <a:solidFill>
                  <a:schemeClr val="tx1"/>
                </a:solidFill>
              </a:defRPr>
            </a:lvl2pPr>
            <a:lvl3pPr marL="342900" indent="0">
              <a:buNone/>
              <a:defRPr>
                <a:solidFill>
                  <a:schemeClr val="tx1"/>
                </a:solidFill>
              </a:defRPr>
            </a:lvl3pPr>
            <a:lvl4pPr marL="514350" indent="0">
              <a:buNone/>
              <a:defRPr>
                <a:solidFill>
                  <a:schemeClr val="tx1"/>
                </a:solidFill>
              </a:defRPr>
            </a:lvl4pPr>
            <a:lvl5pPr marL="685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A4B20A-718A-4149-B5D2-676E857EB828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6729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2739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38743"/>
            <a:ext cx="7886700" cy="8376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848371" y="1194718"/>
            <a:ext cx="223014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46102"/>
            <a:ext cx="7886700" cy="3086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7819486" y="3515322"/>
            <a:ext cx="203001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50">
                <a:solidFill>
                  <a:schemeClr val="tx1"/>
                </a:solidFill>
              </a:defRPr>
            </a:lvl1pPr>
          </a:lstStyle>
          <a:p>
            <a:fld id="{18A4B20A-718A-4149-B5D2-676E857EB828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750"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3" y="1368083"/>
            <a:ext cx="91439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60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09" r:id="rId13"/>
    <p:sldLayoutId id="2147483810" r:id="rId14"/>
    <p:sldLayoutId id="2147483811" r:id="rId15"/>
    <p:sldLayoutId id="2147483812" r:id="rId16"/>
    <p:sldLayoutId id="2147483813" r:id="rId17"/>
    <p:sldLayoutId id="2147483814" r:id="rId18"/>
    <p:sldLayoutId id="2147483815" r:id="rId19"/>
    <p:sldLayoutId id="2147483816" r:id="rId20"/>
    <p:sldLayoutId id="2147483817" r:id="rId21"/>
    <p:sldLayoutId id="2147483818" r:id="rId22"/>
    <p:sldLayoutId id="2147483819" r:id="rId23"/>
    <p:sldLayoutId id="2147483820" r:id="rId24"/>
    <p:sldLayoutId id="2147483821" r:id="rId25"/>
    <p:sldLayoutId id="2147483822" r:id="rId26"/>
    <p:sldLayoutId id="2147483823" r:id="rId27"/>
    <p:sldLayoutId id="2147483824" r:id="rId2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10000"/>
        </a:lnSpc>
        <a:spcBef>
          <a:spcPts val="750"/>
        </a:spcBef>
        <a:buSzPct val="80000"/>
        <a:buFont typeface="Arial" panose="020B0604020202020204" pitchFamily="34" charset="0"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indent="-171450" algn="l" defTabSz="685800" rtl="0" eaLnBrk="1" latinLnBrk="0" hangingPunct="1">
        <a:lnSpc>
          <a:spcPct val="110000"/>
        </a:lnSpc>
        <a:spcBef>
          <a:spcPts val="375"/>
        </a:spcBef>
        <a:buSzPct val="80000"/>
        <a:buFont typeface="Goudy Old Style" panose="02020502050305020303" pitchFamily="18" charset="0"/>
        <a:buChar char="–"/>
        <a:defRPr sz="12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indent="-171450" algn="l" defTabSz="685800" rtl="0" eaLnBrk="1" latinLnBrk="0" hangingPunct="1">
        <a:lnSpc>
          <a:spcPct val="110000"/>
        </a:lnSpc>
        <a:spcBef>
          <a:spcPts val="375"/>
        </a:spcBef>
        <a:buSzPct val="80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171450" algn="l" defTabSz="685800" rtl="0" eaLnBrk="1" latinLnBrk="0" hangingPunct="1">
        <a:lnSpc>
          <a:spcPct val="110000"/>
        </a:lnSpc>
        <a:spcBef>
          <a:spcPts val="375"/>
        </a:spcBef>
        <a:buSzPct val="80000"/>
        <a:buFont typeface="Goudy Old Style" panose="02020502050305020303" pitchFamily="18" charset="0"/>
        <a:buChar char="–"/>
        <a:defRPr sz="105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71450" algn="l" defTabSz="685800" rtl="0" eaLnBrk="1" latinLnBrk="0" hangingPunct="1">
        <a:lnSpc>
          <a:spcPct val="110000"/>
        </a:lnSpc>
        <a:spcBef>
          <a:spcPts val="375"/>
        </a:spcBef>
        <a:buSzPct val="80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Relationship Id="rId9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4.svg"/><Relationship Id="rId11" Type="http://schemas.openxmlformats.org/officeDocument/2006/relationships/image" Target="../media/image11.png"/><Relationship Id="rId5" Type="http://schemas.openxmlformats.org/officeDocument/2006/relationships/image" Target="../media/image23.svg"/><Relationship Id="rId10" Type="http://schemas.openxmlformats.org/officeDocument/2006/relationships/image" Target="../media/image28.jpeg"/><Relationship Id="rId4" Type="http://schemas.openxmlformats.org/officeDocument/2006/relationships/image" Target="../media/image22.svg"/><Relationship Id="rId9" Type="http://schemas.openxmlformats.org/officeDocument/2006/relationships/image" Target="../media/image2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1.png"/><Relationship Id="rId4" Type="http://schemas.openxmlformats.org/officeDocument/2006/relationships/image" Target="../media/image3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1.png"/><Relationship Id="rId5" Type="http://schemas.openxmlformats.org/officeDocument/2006/relationships/image" Target="../media/image41.svg"/><Relationship Id="rId4" Type="http://schemas.openxmlformats.org/officeDocument/2006/relationships/image" Target="../media/image4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jp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5.svg"/><Relationship Id="rId5" Type="http://schemas.openxmlformats.org/officeDocument/2006/relationships/image" Target="../media/image44.svg"/><Relationship Id="rId4" Type="http://schemas.openxmlformats.org/officeDocument/2006/relationships/image" Target="../media/image43.sv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53453"/>
            <a:ext cx="4722763" cy="12633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Gill Sans Ultra Bold" panose="020B0A02020104020203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Growing Smarter, One Field at a Time</a:t>
            </a:r>
            <a:endParaRPr lang="en-US" sz="2750" dirty="0">
              <a:latin typeface="Gill Sans Ultra Bold" panose="020B0A0202010402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96119" y="1816769"/>
            <a:ext cx="5179963" cy="14176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55575A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Intelligent Farm  Operations Platform with Smart </a:t>
            </a:r>
            <a:r>
              <a:rPr lang="en-US" sz="1100" dirty="0" err="1">
                <a:solidFill>
                  <a:srgbClr val="55575A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Agro</a:t>
            </a:r>
            <a:r>
              <a:rPr lang="en-US" sz="1100" dirty="0">
                <a:solidFill>
                  <a:srgbClr val="55575A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 Precision  System</a:t>
            </a:r>
          </a:p>
          <a:p>
            <a:pPr>
              <a:lnSpc>
                <a:spcPct val="133000"/>
              </a:lnSpc>
            </a:pPr>
            <a:endParaRPr lang="en-US" sz="1100" dirty="0">
              <a:solidFill>
                <a:srgbClr val="55575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3000"/>
              </a:lnSpc>
            </a:pPr>
            <a:r>
              <a:rPr lang="en-US" sz="1200" dirty="0">
                <a:latin typeface="Stencil" panose="040409050D0802020404" pitchFamily="82" charset="0"/>
                <a:cs typeface="Times New Roman" panose="02020603050405020304" pitchFamily="18" charset="0"/>
              </a:rPr>
              <a:t>Team Members :</a:t>
            </a:r>
          </a:p>
          <a:p>
            <a:pPr marL="228600" indent="-228600">
              <a:lnSpc>
                <a:spcPct val="133000"/>
              </a:lnSpc>
              <a:buAutoNum type="arabicPeriod"/>
            </a:pPr>
            <a:r>
              <a:rPr lang="en-US" sz="1200" dirty="0">
                <a:latin typeface="Stencil" panose="040409050D0802020404" pitchFamily="82" charset="0"/>
                <a:cs typeface="Times New Roman" panose="02020603050405020304" pitchFamily="18" charset="0"/>
              </a:rPr>
              <a:t>Vishal Kolte</a:t>
            </a:r>
          </a:p>
          <a:p>
            <a:pPr marL="228600" indent="-228600">
              <a:lnSpc>
                <a:spcPct val="133000"/>
              </a:lnSpc>
              <a:buAutoNum type="arabicPeriod"/>
            </a:pPr>
            <a:r>
              <a:rPr lang="en-US" sz="1200" dirty="0">
                <a:latin typeface="Stencil" panose="040409050D0802020404" pitchFamily="82" charset="0"/>
                <a:cs typeface="Times New Roman" panose="02020603050405020304" pitchFamily="18" charset="0"/>
              </a:rPr>
              <a:t>SHAIK SUFIYAN</a:t>
            </a:r>
          </a:p>
          <a:p>
            <a:pPr marL="228600" indent="-228600">
              <a:lnSpc>
                <a:spcPct val="133000"/>
              </a:lnSpc>
              <a:buAutoNum type="arabicPeriod"/>
            </a:pPr>
            <a:r>
              <a:rPr lang="en-US" sz="1200" dirty="0">
                <a:latin typeface="Stencil" panose="040409050D0802020404" pitchFamily="82" charset="0"/>
                <a:cs typeface="Times New Roman" panose="02020603050405020304" pitchFamily="18" charset="0"/>
              </a:rPr>
              <a:t>Renuka E</a:t>
            </a:r>
          </a:p>
          <a:p>
            <a:pPr marL="228600" indent="-228600">
              <a:lnSpc>
                <a:spcPct val="133000"/>
              </a:lnSpc>
              <a:buAutoNum type="arabicPeriod"/>
            </a:pPr>
            <a:r>
              <a:rPr lang="en-US" sz="1200" dirty="0" err="1">
                <a:latin typeface="Stencil" panose="040409050D0802020404" pitchFamily="82" charset="0"/>
                <a:cs typeface="Times New Roman" panose="02020603050405020304" pitchFamily="18" charset="0"/>
              </a:rPr>
              <a:t>M.Eshwar</a:t>
            </a:r>
            <a:endParaRPr lang="en-US" sz="1200" dirty="0">
              <a:latin typeface="Stencil" panose="040409050D0802020404" pitchFamily="82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33000"/>
              </a:lnSpc>
              <a:buAutoNum type="arabicPeriod"/>
            </a:pPr>
            <a:r>
              <a:rPr lang="en-US" sz="1200" dirty="0" err="1">
                <a:latin typeface="Stencil" panose="040409050D0802020404" pitchFamily="82" charset="0"/>
                <a:cs typeface="Times New Roman" panose="02020603050405020304" pitchFamily="18" charset="0"/>
              </a:rPr>
              <a:t>Priyadarshni</a:t>
            </a:r>
            <a:r>
              <a:rPr lang="en-US" sz="1200" dirty="0">
                <a:latin typeface="Stencil" panose="040409050D0802020404" pitchFamily="82" charset="0"/>
                <a:cs typeface="Times New Roman" panose="02020603050405020304" pitchFamily="18" charset="0"/>
              </a:rPr>
              <a:t> R</a:t>
            </a:r>
          </a:p>
          <a:p>
            <a:pPr>
              <a:lnSpc>
                <a:spcPct val="133000"/>
              </a:lnSpc>
            </a:pPr>
            <a:endParaRPr lang="en-US" sz="1200" dirty="0">
              <a:latin typeface="Stencil" panose="040409050D0802020404" pitchFamily="82" charset="0"/>
              <a:cs typeface="Times New Roman" panose="02020603050405020304" pitchFamily="18" charset="0"/>
            </a:endParaRPr>
          </a:p>
          <a:p>
            <a:pPr>
              <a:lnSpc>
                <a:spcPct val="133000"/>
              </a:lnSpc>
            </a:pPr>
            <a:r>
              <a:rPr lang="en-US" sz="1200" dirty="0">
                <a:latin typeface="Stencil" panose="040409050D0802020404" pitchFamily="82" charset="0"/>
                <a:cs typeface="Times New Roman" panose="02020603050405020304" pitchFamily="18" charset="0"/>
              </a:rPr>
              <a:t>Under the </a:t>
            </a:r>
            <a:r>
              <a:rPr lang="en-US" sz="1200" dirty="0" err="1">
                <a:latin typeface="Stencil" panose="040409050D0802020404" pitchFamily="82" charset="0"/>
                <a:cs typeface="Times New Roman" panose="02020603050405020304" pitchFamily="18" charset="0"/>
              </a:rPr>
              <a:t>MentorShip</a:t>
            </a:r>
            <a:r>
              <a:rPr lang="en-US" sz="1200" dirty="0">
                <a:latin typeface="Stencil" panose="040409050D0802020404" pitchFamily="82" charset="0"/>
                <a:cs typeface="Times New Roman" panose="02020603050405020304" pitchFamily="18" charset="0"/>
              </a:rPr>
              <a:t> of</a:t>
            </a:r>
          </a:p>
          <a:p>
            <a:pPr>
              <a:lnSpc>
                <a:spcPct val="133000"/>
              </a:lnSpc>
            </a:pPr>
            <a:r>
              <a:rPr lang="en-US" sz="1200" dirty="0">
                <a:latin typeface="Stencil" panose="040409050D0802020404" pitchFamily="82" charset="0"/>
              </a:rPr>
              <a:t>Suramya Biswas</a:t>
            </a:r>
            <a:endParaRPr lang="en-US" sz="1200" dirty="0">
              <a:latin typeface="Stencil" panose="040409050D0802020404" pitchFamily="8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479524"/>
            <a:ext cx="4722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Problem Statement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135112"/>
            <a:ext cx="4722763" cy="10817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62127" y="1295921"/>
            <a:ext cx="432494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Fragmented Tracking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162127" y="1602432"/>
            <a:ext cx="432494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Crops, sowing/harvest cycles, and yields managed manually or across disconnected spreadsheets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2358628"/>
            <a:ext cx="4722763" cy="10817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62127" y="2519437"/>
            <a:ext cx="432494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No Central System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162127" y="2825948"/>
            <a:ext cx="432494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single platform to manage multiple farms, crops, and yield history together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3582144"/>
            <a:ext cx="4722763" cy="108175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62127" y="3742953"/>
            <a:ext cx="432494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Poor Decision-Making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162127" y="4049464"/>
            <a:ext cx="432494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Without structured records, harvest planning and data-driven decisions are nearly impossible</a:t>
            </a:r>
            <a:endParaRPr lang="en-US" sz="11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5175" y="4876165"/>
            <a:ext cx="2028825" cy="238125"/>
          </a:xfrm>
          <a:prstGeom prst="rect">
            <a:avLst/>
          </a:prstGeom>
        </p:spPr>
      </p:pic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77B7AFF2-A248-FB8C-0C9B-28AC0340A0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8719" y="0"/>
            <a:ext cx="4003838" cy="5313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6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5143"/>
            <a:ext cx="8151763" cy="6604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Proposed Solution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13810" y="1858297"/>
            <a:ext cx="8151763" cy="2122483"/>
          </a:xfrm>
          <a:prstGeom prst="roundRect">
            <a:avLst>
              <a:gd name="adj" fmla="val 9440"/>
            </a:avLst>
          </a:prstGeom>
          <a:solidFill>
            <a:srgbClr val="1F5D42"/>
          </a:solidFill>
        </p:spPr>
      </p:sp>
      <p:sp>
        <p:nvSpPr>
          <p:cNvPr id="4" name="Text 2"/>
          <p:cNvSpPr/>
          <p:nvPr/>
        </p:nvSpPr>
        <p:spPr>
          <a:xfrm>
            <a:off x="535781" y="1959992"/>
            <a:ext cx="382361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b="1" dirty="0"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Intelligent Farm Operations Platform with Smart </a:t>
            </a:r>
            <a:r>
              <a:rPr lang="en-US" sz="1350" b="1" dirty="0" err="1"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Agro</a:t>
            </a:r>
            <a:r>
              <a:rPr lang="en-US" sz="1350" b="1" dirty="0"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Precision  System</a:t>
            </a:r>
            <a:endParaRPr lang="en-US" sz="1350" b="1" dirty="0"/>
          </a:p>
        </p:txBody>
      </p:sp>
      <p:sp>
        <p:nvSpPr>
          <p:cNvPr id="5" name="Text 3"/>
          <p:cNvSpPr/>
          <p:nvPr/>
        </p:nvSpPr>
        <p:spPr>
          <a:xfrm>
            <a:off x="535781" y="2323207"/>
            <a:ext cx="3823618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centralized web platform for farmers to register, manage multiple farms, track crops, and monitor yield and harvest timelines — all in one dashboard.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10398" y="2628826"/>
            <a:ext cx="315931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b="1" dirty="0"/>
          </a:p>
        </p:txBody>
      </p:sp>
      <p:sp>
        <p:nvSpPr>
          <p:cNvPr id="8" name="Text 6"/>
          <p:cNvSpPr/>
          <p:nvPr/>
        </p:nvSpPr>
        <p:spPr>
          <a:xfrm>
            <a:off x="5210398" y="2927555"/>
            <a:ext cx="3442246" cy="3465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b="1" dirty="0"/>
          </a:p>
        </p:txBody>
      </p:sp>
      <p:sp>
        <p:nvSpPr>
          <p:cNvPr id="9" name="Text 7"/>
          <p:cNvSpPr/>
          <p:nvPr/>
        </p:nvSpPr>
        <p:spPr>
          <a:xfrm>
            <a:off x="5125065" y="3167650"/>
            <a:ext cx="3527579" cy="3465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b="1"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5175" y="4836160"/>
            <a:ext cx="2028825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694"/>
            <a:ext cx="8151763" cy="3807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Key Features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96119" y="1025723"/>
            <a:ext cx="4023568" cy="1157585"/>
          </a:xfrm>
          <a:prstGeom prst="roundRect">
            <a:avLst>
              <a:gd name="adj" fmla="val 947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2697" y="1152302"/>
            <a:ext cx="365447" cy="365447"/>
          </a:xfrm>
          <a:prstGeom prst="ellipse">
            <a:avLst/>
          </a:prstGeom>
          <a:solidFill>
            <a:srgbClr val="FF7047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156" y="1252761"/>
            <a:ext cx="164455" cy="164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697" y="1622375"/>
            <a:ext cx="3770412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Secure Authentication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22697" y="1875532"/>
            <a:ext cx="3770412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Login &amp; Registration with validation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24313" y="1025723"/>
            <a:ext cx="4023568" cy="1157585"/>
          </a:xfrm>
          <a:prstGeom prst="roundRect">
            <a:avLst>
              <a:gd name="adj" fmla="val 947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0891" y="1152302"/>
            <a:ext cx="365447" cy="365447"/>
          </a:xfrm>
          <a:prstGeom prst="ellipse">
            <a:avLst/>
          </a:prstGeom>
          <a:solidFill>
            <a:srgbClr val="FF7047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1350" y="1252761"/>
            <a:ext cx="164455" cy="1644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0891" y="1622375"/>
            <a:ext cx="3770412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Farm Management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750891" y="1875532"/>
            <a:ext cx="3770412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Add, view, and manage multiple farms per user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96119" y="2287935"/>
            <a:ext cx="4023568" cy="1157585"/>
          </a:xfrm>
          <a:prstGeom prst="roundRect">
            <a:avLst>
              <a:gd name="adj" fmla="val 947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2697" y="2414513"/>
            <a:ext cx="365447" cy="365447"/>
          </a:xfrm>
          <a:prstGeom prst="ellipse">
            <a:avLst/>
          </a:prstGeom>
          <a:solidFill>
            <a:srgbClr val="FF7047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156" y="2514972"/>
            <a:ext cx="164455" cy="16445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2697" y="2884587"/>
            <a:ext cx="3770412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Crop Management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22697" y="3137743"/>
            <a:ext cx="3770412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Add, track, and delete crops linked to specific farms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624313" y="2287935"/>
            <a:ext cx="4023568" cy="1157585"/>
          </a:xfrm>
          <a:prstGeom prst="roundRect">
            <a:avLst>
              <a:gd name="adj" fmla="val 947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50891" y="2414513"/>
            <a:ext cx="365447" cy="365447"/>
          </a:xfrm>
          <a:prstGeom prst="ellipse">
            <a:avLst/>
          </a:prstGeom>
          <a:solidFill>
            <a:srgbClr val="FF7047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1350" y="2514972"/>
            <a:ext cx="164455" cy="16445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50891" y="2884587"/>
            <a:ext cx="3770412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Crop Yield Details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750891" y="3137743"/>
            <a:ext cx="3770412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Soil type, sown/harvest month, yield per acre, insights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48063" y="3508325"/>
            <a:ext cx="4023568" cy="1157585"/>
          </a:xfrm>
          <a:prstGeom prst="roundRect">
            <a:avLst>
              <a:gd name="adj" fmla="val 947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22697" y="3676724"/>
            <a:ext cx="365447" cy="365447"/>
          </a:xfrm>
          <a:prstGeom prst="ellipse">
            <a:avLst/>
          </a:prstGeom>
          <a:solidFill>
            <a:srgbClr val="FF7047"/>
          </a:solidFill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3156" y="3777183"/>
            <a:ext cx="164455" cy="16445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2697" y="4146798"/>
            <a:ext cx="3770412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Responsive Modern UI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622697" y="4399955"/>
            <a:ext cx="3770412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Clean dashboard-style interface built for usability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644633" y="3550146"/>
            <a:ext cx="4023568" cy="1157585"/>
          </a:xfrm>
          <a:prstGeom prst="roundRect">
            <a:avLst>
              <a:gd name="adj" fmla="val 947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724787" y="3654773"/>
            <a:ext cx="365447" cy="333561"/>
          </a:xfrm>
          <a:prstGeom prst="ellipse">
            <a:avLst/>
          </a:prstGeom>
          <a:solidFill>
            <a:srgbClr val="FF7047"/>
          </a:solidFill>
        </p:spPr>
      </p:sp>
      <p:sp>
        <p:nvSpPr>
          <p:cNvPr id="31" name="Text 23"/>
          <p:cNvSpPr/>
          <p:nvPr/>
        </p:nvSpPr>
        <p:spPr>
          <a:xfrm>
            <a:off x="4724787" y="4114912"/>
            <a:ext cx="3770412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dirty="0">
                <a:solidFill>
                  <a:schemeClr val="tx2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expense Tracking</a:t>
            </a:r>
          </a:p>
          <a:p>
            <a:pPr>
              <a:lnSpc>
                <a:spcPct val="104000"/>
              </a:lnSpc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ea typeface="Public Sans" pitchFamily="34" charset="-122"/>
                <a:cs typeface="Times New Roman" panose="02020603050405020304" pitchFamily="18" charset="0"/>
              </a:rPr>
              <a:t>Log and categorize all farm expenses with real-time</a:t>
            </a:r>
          </a:p>
          <a:p>
            <a:pPr>
              <a:lnSpc>
                <a:spcPct val="104000"/>
              </a:lnSpc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ea typeface="Public Sans" pitchFamily="34" charset="-122"/>
                <a:cs typeface="Times New Roman" panose="02020603050405020304" pitchFamily="18" charset="0"/>
              </a:rPr>
              <a:t>summaries and analytics.</a:t>
            </a: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4750891" y="4399955"/>
            <a:ext cx="3770412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endParaRPr lang="en-US" sz="95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5175" y="4812665"/>
            <a:ext cx="2028825" cy="238125"/>
          </a:xfrm>
          <a:prstGeom prst="rect">
            <a:avLst/>
          </a:prstGeom>
        </p:spPr>
      </p:pic>
      <p:pic>
        <p:nvPicPr>
          <p:cNvPr id="41" name="Image 1" descr="preencoded.png">
            <a:extLst>
              <a:ext uri="{FF2B5EF4-FFF2-40B4-BE49-F238E27FC236}">
                <a16:creationId xmlns:a16="http://schemas.microsoft.com/office/drawing/2014/main" id="{B29ABB23-E7D3-88F1-6BF1-0C8353AA24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50891" y="3722369"/>
            <a:ext cx="313240" cy="2192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C8A23A-25F0-ADF6-89CA-D14B9FFEA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14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7062"/>
            <a:ext cx="8151763" cy="359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Tech Stack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32570"/>
            <a:ext cx="2670423" cy="103323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016" y="1462757"/>
            <a:ext cx="172715" cy="1727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64642" y="1161976"/>
            <a:ext cx="1972494" cy="1799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064642" y="1435447"/>
            <a:ext cx="1972494" cy="50095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React.js, React Router, Axios, custom CSS — component-based architecture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159347"/>
            <a:ext cx="2670423" cy="699269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016" y="2422550"/>
            <a:ext cx="172715" cy="17271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064642" y="2288753"/>
            <a:ext cx="1972494" cy="1799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Backend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1064642" y="2562225"/>
            <a:ext cx="1972494" cy="1669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Spring Boot / Java REST APIs</a:t>
            </a:r>
            <a:endParaRPr lang="en-US" sz="9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952155"/>
            <a:ext cx="2670423" cy="699269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016" y="3215357"/>
            <a:ext cx="172715" cy="17271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064642" y="3081561"/>
            <a:ext cx="1972494" cy="1799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4" name="Text 6"/>
          <p:cNvSpPr/>
          <p:nvPr/>
        </p:nvSpPr>
        <p:spPr>
          <a:xfrm>
            <a:off x="1064642" y="3355032"/>
            <a:ext cx="1972494" cy="1669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PostgreSQL</a:t>
            </a:r>
            <a:endParaRPr lang="en-US" sz="9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744962"/>
            <a:ext cx="2670423" cy="866254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016" y="4091657"/>
            <a:ext cx="172715" cy="172715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064642" y="3874368"/>
            <a:ext cx="1972494" cy="1799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API Communication</a:t>
            </a:r>
            <a:endParaRPr lang="en-US" sz="1100" dirty="0"/>
          </a:p>
        </p:txBody>
      </p:sp>
      <p:sp>
        <p:nvSpPr>
          <p:cNvPr id="18" name="Text 8"/>
          <p:cNvSpPr/>
          <p:nvPr/>
        </p:nvSpPr>
        <p:spPr>
          <a:xfrm>
            <a:off x="1064642" y="4147840"/>
            <a:ext cx="1972494" cy="3339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REST endpoints with credential-based sessions</a:t>
            </a:r>
            <a:endParaRPr lang="en-US" sz="9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52292" y="1348457"/>
            <a:ext cx="5200278" cy="294679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28180" y="4857115"/>
            <a:ext cx="2028825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3271" y="313327"/>
            <a:ext cx="815176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C0D0F"/>
                </a:solidFill>
                <a:latin typeface="Stencil" panose="040409050D0802020404" pitchFamily="82" charset="0"/>
                <a:ea typeface="Inter" panose="02000503000000020004" pitchFamily="34" charset="-122"/>
                <a:cs typeface="Inter" panose="02000503000000020004" pitchFamily="34" charset="-120"/>
              </a:rPr>
              <a:t>System Architecture</a:t>
            </a:r>
            <a:endParaRPr lang="en-US" sz="1400" dirty="0">
              <a:latin typeface="Stencil" panose="040409050D0802020404" pitchFamily="82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5" y="656418"/>
            <a:ext cx="4472741" cy="41324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8227" y="2612455"/>
            <a:ext cx="1491639" cy="6878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Three-tier Architecture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014931" y="3527592"/>
            <a:ext cx="1491639" cy="2292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REST API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Layer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85012" y="3937903"/>
            <a:ext cx="6674984" cy="4150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Spring Boot services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56412" y="3483142"/>
            <a:ext cx="1401816" cy="5354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PostgreSQL Database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82742" y="4037424"/>
            <a:ext cx="1082842" cy="4150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Persistent relational store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624263" y="943147"/>
            <a:ext cx="1425603" cy="4585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React SPA (Client)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56612" y="1401682"/>
            <a:ext cx="1136984" cy="3403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Component-based frontend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96119" y="4854401"/>
            <a:ext cx="8608963" cy="85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clean 3-tier architecture — component-based React frontend, dedicated service layers (CropService, FarmService, LoginService) calling REST endpoints, backed by a PostgreSQL database.</a:t>
            </a:r>
            <a:endParaRPr lang="en-US" sz="550" dirty="0"/>
          </a:p>
        </p:txBody>
      </p:sp>
      <p:pic>
        <p:nvPicPr>
          <p:cNvPr id="16" name="Picture 15" descr="Angular 17+ : Blending Angular's Old and New Architectures with Standalone Components">
            <a:extLst>
              <a:ext uri="{FF2B5EF4-FFF2-40B4-BE49-F238E27FC236}">
                <a16:creationId xmlns:a16="http://schemas.microsoft.com/office/drawing/2014/main" id="{DDED03CE-9E9D-D481-0896-ED8CB54D5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558" y="1370818"/>
            <a:ext cx="4458442" cy="34647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D52B788-BB21-E027-389B-51E1F4930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22"/>
            <a:ext cx="9144000" cy="512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98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43283"/>
            <a:ext cx="4722763" cy="4721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UI/UX Highlights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8250" y="1447525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85815" y="1400473"/>
            <a:ext cx="426206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Themed Login &amp; Registration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385816" y="1600721"/>
            <a:ext cx="426206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Custom-designed experience with FarmVerse branding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8250" y="2115443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85816" y="2111053"/>
            <a:ext cx="426206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Data Tables with Inline Actions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385816" y="2417564"/>
            <a:ext cx="426206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Farm List and Crop List with View Yield and Delete actions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8250" y="2932286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85816" y="2927896"/>
            <a:ext cx="426206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Dedicated Crop Detail View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385816" y="3234407"/>
            <a:ext cx="426206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Farm name, soil type, crop area, sown/harvest month, yield per acre, insights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8250" y="3975943"/>
            <a:ext cx="212601" cy="21260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85816" y="3971553"/>
            <a:ext cx="426206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Real-Time Form Validation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385816" y="4278064"/>
            <a:ext cx="426206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Inline error feedback across all entry points</a:t>
            </a:r>
            <a:endParaRPr lang="en-US" sz="11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1200" y="4852670"/>
            <a:ext cx="2028825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9940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Core Modules — End-to-End Farmer Workflow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56445"/>
            <a:ext cx="2717229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7877" y="2265238"/>
            <a:ext cx="243371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Register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1556445"/>
            <a:ext cx="2717229" cy="5670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355107" y="2265238"/>
            <a:ext cx="243371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Login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1556445"/>
            <a:ext cx="2717229" cy="5670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72336" y="2265238"/>
            <a:ext cx="243371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Farmer Dashboard</a:t>
            </a:r>
            <a:endParaRPr lang="en-US" sz="13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2628454"/>
            <a:ext cx="2717229" cy="56703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7877" y="3337247"/>
            <a:ext cx="243371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Add Farm / Crop</a:t>
            </a:r>
            <a:endParaRPr lang="en-US" sz="13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348" y="2628454"/>
            <a:ext cx="2717229" cy="56703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355107" y="3337247"/>
            <a:ext cx="243371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View Crop Yield Details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496119" y="3859932"/>
            <a:ext cx="815176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step of the farmer journey — from onboarding to detailed crop yield insights — is handled within a single, cohesive platform.</a:t>
            </a:r>
            <a:endParaRPr lang="en-US" sz="11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5175" y="4843780"/>
            <a:ext cx="2028825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6863"/>
            <a:ext cx="8151763" cy="3945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Challenges &amp; Solutions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82613"/>
            <a:ext cx="5190753" cy="294136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99708" y="1186532"/>
            <a:ext cx="2652861" cy="9725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97352" y="1327026"/>
            <a:ext cx="2314724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Data Consistency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197352" y="1636737"/>
            <a:ext cx="2314724" cy="3818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Ensuring integrity between farm and crop relationships across all operations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9708" y="2271564"/>
            <a:ext cx="2652861" cy="11635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97352" y="2412057"/>
            <a:ext cx="2314724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Clean API Integration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197352" y="2721769"/>
            <a:ext cx="2314724" cy="57283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Structuring reusable service functions (CropService, FarmService, LoginService) for maintainable code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99708" y="3547542"/>
            <a:ext cx="2652861" cy="97259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97352" y="3688035"/>
            <a:ext cx="2314724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Intuitive Multi-Step Flow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197352" y="3997747"/>
            <a:ext cx="2314724" cy="3818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Building a seamless user journey from registration through to crop tracking</a:t>
            </a:r>
            <a:endParaRPr lang="en-US" sz="95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5175" y="4815205"/>
            <a:ext cx="2028825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3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56512"/>
            <a:ext cx="8151763" cy="5053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Future Enhancements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984400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2033067"/>
            <a:ext cx="213843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Yield Prediction</a:t>
            </a:r>
            <a:endParaRPr lang="en-US" sz="1350" b="1" dirty="0"/>
          </a:p>
        </p:txBody>
      </p:sp>
      <p:sp>
        <p:nvSpPr>
          <p:cNvPr id="5" name="Text 2"/>
          <p:cNvSpPr/>
          <p:nvPr/>
        </p:nvSpPr>
        <p:spPr>
          <a:xfrm>
            <a:off x="956816" y="2339578"/>
            <a:ext cx="213843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ML integration using historical yield data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2433" y="1984400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33130" y="2033067"/>
            <a:ext cx="213843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Weather API Integration</a:t>
            </a:r>
            <a:endParaRPr lang="en-US" sz="1350" b="1" dirty="0"/>
          </a:p>
        </p:txBody>
      </p:sp>
      <p:sp>
        <p:nvSpPr>
          <p:cNvPr id="8" name="Text 4"/>
          <p:cNvSpPr/>
          <p:nvPr/>
        </p:nvSpPr>
        <p:spPr>
          <a:xfrm>
            <a:off x="3733130" y="2339578"/>
            <a:ext cx="213843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Real-time weather data for smarter crop planning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984400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09445" y="2033067"/>
            <a:ext cx="213843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Analytics Dashboard</a:t>
            </a:r>
            <a:endParaRPr lang="en-US" sz="1350" b="1" dirty="0"/>
          </a:p>
        </p:txBody>
      </p:sp>
      <p:sp>
        <p:nvSpPr>
          <p:cNvPr id="11" name="Text 6"/>
          <p:cNvSpPr/>
          <p:nvPr/>
        </p:nvSpPr>
        <p:spPr>
          <a:xfrm>
            <a:off x="6509445" y="2339578"/>
            <a:ext cx="213843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Charts for yield trends across seasons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07672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6816" y="3125391"/>
            <a:ext cx="213843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Mobile App</a:t>
            </a:r>
            <a:endParaRPr lang="en-US" sz="1350" b="1" dirty="0"/>
          </a:p>
        </p:txBody>
      </p:sp>
      <p:sp>
        <p:nvSpPr>
          <p:cNvPr id="14" name="Text 8"/>
          <p:cNvSpPr/>
          <p:nvPr/>
        </p:nvSpPr>
        <p:spPr>
          <a:xfrm>
            <a:off x="956816" y="3431902"/>
            <a:ext cx="213843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Native mobile version for on-field access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72433" y="3076724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33130" y="3125391"/>
            <a:ext cx="213843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Multi-Language Support</a:t>
            </a:r>
            <a:endParaRPr lang="en-US" sz="1350" b="1" dirty="0"/>
          </a:p>
        </p:txBody>
      </p:sp>
      <p:sp>
        <p:nvSpPr>
          <p:cNvPr id="17" name="Text 10"/>
          <p:cNvSpPr/>
          <p:nvPr/>
        </p:nvSpPr>
        <p:spPr>
          <a:xfrm>
            <a:off x="3733130" y="3431902"/>
            <a:ext cx="213843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Localization for farmers across regions</a:t>
            </a:r>
            <a:endParaRPr lang="en-US" sz="11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5175" y="4852670"/>
            <a:ext cx="2028825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5929"/>
            <a:ext cx="8151763" cy="352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Learnings, Takeaways &amp; Thank You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4784" y="893862"/>
            <a:ext cx="4100736" cy="3843635"/>
          </a:xfrm>
          <a:prstGeom prst="roundRect">
            <a:avLst>
              <a:gd name="adj" fmla="val 4232"/>
            </a:avLst>
          </a:prstGeom>
          <a:solidFill>
            <a:srgbClr val="1F5D42"/>
          </a:solidFill>
        </p:spPr>
      </p:sp>
      <p:sp>
        <p:nvSpPr>
          <p:cNvPr id="4" name="Text 2"/>
          <p:cNvSpPr/>
          <p:nvPr/>
        </p:nvSpPr>
        <p:spPr>
          <a:xfrm>
            <a:off x="527745" y="983828"/>
            <a:ext cx="3874815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Key Learnings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7745" y="1261542"/>
            <a:ext cx="225921" cy="141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27745" y="1439168"/>
            <a:ext cx="3874815" cy="14288"/>
          </a:xfrm>
          <a:prstGeom prst="rect">
            <a:avLst/>
          </a:prstGeom>
          <a:solidFill>
            <a:srgbClr val="FF7047"/>
          </a:solidFill>
        </p:spPr>
      </p:sp>
      <p:sp>
        <p:nvSpPr>
          <p:cNvPr id="7" name="Text 5"/>
          <p:cNvSpPr/>
          <p:nvPr/>
        </p:nvSpPr>
        <p:spPr>
          <a:xfrm>
            <a:off x="527745" y="1524223"/>
            <a:ext cx="3874815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Full-Stack Integration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7745" y="1790700"/>
            <a:ext cx="3874815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Frontend–backend–database end-to-end development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27745" y="2127721"/>
            <a:ext cx="225921" cy="141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7745" y="2305348"/>
            <a:ext cx="3874815" cy="14288"/>
          </a:xfrm>
          <a:prstGeom prst="rect">
            <a:avLst/>
          </a:prstGeom>
          <a:solidFill>
            <a:srgbClr val="FF7047"/>
          </a:solidFill>
        </p:spPr>
      </p:sp>
      <p:sp>
        <p:nvSpPr>
          <p:cNvPr id="11" name="Text 9"/>
          <p:cNvSpPr/>
          <p:nvPr/>
        </p:nvSpPr>
        <p:spPr>
          <a:xfrm>
            <a:off x="527745" y="2390403"/>
            <a:ext cx="3874815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REST API Design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7745" y="2656880"/>
            <a:ext cx="3874815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Designing and consuming structured REST endpoints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27745" y="2993901"/>
            <a:ext cx="225921" cy="141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27745" y="3171527"/>
            <a:ext cx="3874815" cy="14288"/>
          </a:xfrm>
          <a:prstGeom prst="rect">
            <a:avLst/>
          </a:prstGeom>
          <a:solidFill>
            <a:srgbClr val="FF7047"/>
          </a:solidFill>
        </p:spPr>
      </p:sp>
      <p:sp>
        <p:nvSpPr>
          <p:cNvPr id="15" name="Text 13"/>
          <p:cNvSpPr/>
          <p:nvPr/>
        </p:nvSpPr>
        <p:spPr>
          <a:xfrm>
            <a:off x="527745" y="3256583"/>
            <a:ext cx="3874815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React State Management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7745" y="3523059"/>
            <a:ext cx="3874815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Real-world form validation and component state in React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27745" y="3860081"/>
            <a:ext cx="225921" cy="141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27745" y="4037707"/>
            <a:ext cx="3874815" cy="14288"/>
          </a:xfrm>
          <a:prstGeom prst="rect">
            <a:avLst/>
          </a:prstGeom>
          <a:solidFill>
            <a:srgbClr val="FF7047"/>
          </a:solidFill>
        </p:spPr>
      </p:sp>
      <p:sp>
        <p:nvSpPr>
          <p:cNvPr id="19" name="Text 17"/>
          <p:cNvSpPr/>
          <p:nvPr/>
        </p:nvSpPr>
        <p:spPr>
          <a:xfrm>
            <a:off x="527745" y="4122762"/>
            <a:ext cx="3874815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Usability-First UI/UX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7745" y="4389239"/>
            <a:ext cx="3874815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Applying design principles for accessible, intuitive interfaces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84018" y="1085031"/>
            <a:ext cx="3768626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84018" y="1351508"/>
            <a:ext cx="3768626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appreciate the opportunity to present </a:t>
            </a:r>
            <a:r>
              <a:rPr lang="en-US" sz="8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FarmVerse</a:t>
            </a: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as part of the Infosys Internship Project Review.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14577" y="995065"/>
            <a:ext cx="14288" cy="762149"/>
          </a:xfrm>
          <a:prstGeom prst="roundRect">
            <a:avLst>
              <a:gd name="adj" fmla="val 49998"/>
            </a:avLst>
          </a:prstGeom>
          <a:solidFill>
            <a:srgbClr val="FF7047"/>
          </a:solidFill>
        </p:spPr>
      </p:sp>
      <p:sp>
        <p:nvSpPr>
          <p:cNvPr id="24" name="Text 22"/>
          <p:cNvSpPr/>
          <p:nvPr/>
        </p:nvSpPr>
        <p:spPr>
          <a:xfrm>
            <a:off x="4485977" y="1858417"/>
            <a:ext cx="4395267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Questions &amp; Feedback Welcome</a:t>
            </a:r>
            <a:endParaRPr lang="en-US" sz="85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690" y="4844415"/>
            <a:ext cx="2028825" cy="2381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78</TotalTime>
  <Words>563</Words>
  <Application>Microsoft Office PowerPoint</Application>
  <PresentationFormat>On-screen Show (16:9)</PresentationFormat>
  <Paragraphs>117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Inter Light</vt:lpstr>
      <vt:lpstr>Goudy Old Style</vt:lpstr>
      <vt:lpstr>Gill Sans Ultra Bold</vt:lpstr>
      <vt:lpstr>Manrope</vt:lpstr>
      <vt:lpstr>Times New Roman</vt:lpstr>
      <vt:lpstr>Arial</vt:lpstr>
      <vt:lpstr>Stencil</vt:lpstr>
      <vt:lpstr>Felix Titling</vt:lpstr>
      <vt:lpstr>Manrope Bold</vt:lpstr>
      <vt:lpstr>Calibri</vt:lpstr>
      <vt:lpstr>Inter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vishal kolte</cp:lastModifiedBy>
  <cp:revision>4</cp:revision>
  <dcterms:created xsi:type="dcterms:W3CDTF">2026-08-15T14:19:00Z</dcterms:created>
  <dcterms:modified xsi:type="dcterms:W3CDTF">2026-08-23T08:56:48Z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91E75F797DE74AC4B0B2CDEF5D4FADBE_13</vt:lpwstr>
  </property>
</Properties>
</file>