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embeddedFontLst>
    <p:embeddedFont>
      <p:font typeface="Arial Rounded MT Bold" panose="020F0704030504030204" pitchFamily="34" charset="0"/>
      <p:regular r:id="rId16"/>
    </p:embeddedFont>
    <p:embeddedFont>
      <p:font typeface="Felix Titling" panose="04060505060202020A04" pitchFamily="82" charset="0"/>
      <p:regular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Gill Sans Ultra Bold" panose="020B0A02020104020203" pitchFamily="34" charset="0"/>
      <p:regular r:id="rId22"/>
    </p:embeddedFont>
    <p:embeddedFont>
      <p:font typeface="Goudy Old Style" panose="02020502050305020303" pitchFamily="18" charset="0"/>
      <p:regular r:id="rId23"/>
      <p:bold r:id="rId24"/>
      <p:italic r:id="rId25"/>
    </p:embeddedFont>
    <p:embeddedFont>
      <p:font typeface="Inter" panose="020B0604020202020204" charset="0"/>
      <p:regular r:id="rId26"/>
    </p:embeddedFont>
    <p:embeddedFont>
      <p:font typeface="Manrope" panose="020B0604020202020204" charset="0"/>
      <p:regular r:id="rId27"/>
    </p:embeddedFont>
    <p:embeddedFont>
      <p:font typeface="Manrope Bold" panose="020B0604020202020204" charset="0"/>
      <p:bold r:id="rId28"/>
    </p:embeddedFont>
    <p:embeddedFont>
      <p:font typeface="Stencil" panose="040409050D0802020404" pitchFamily="8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DDF14-3008-4A0E-A865-13B79D8F8927}" v="71" dt="2026-09-16T05:46:18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kolte" userId="7e3756dd29c79fb6" providerId="LiveId" clId="{6B8D82E6-A42A-4583-80D8-FF00A56FFDA0}"/>
    <pc:docChg chg="undo custSel addSld modSld">
      <pc:chgData name="vishal kolte" userId="7e3756dd29c79fb6" providerId="LiveId" clId="{6B8D82E6-A42A-4583-80D8-FF00A56FFDA0}" dt="2026-09-16T05:46:32.764" v="282" actId="14100"/>
      <pc:docMkLst>
        <pc:docMk/>
      </pc:docMkLst>
      <pc:sldChg chg="addSp delSp modSp mod">
        <pc:chgData name="vishal kolte" userId="7e3756dd29c79fb6" providerId="LiveId" clId="{6B8D82E6-A42A-4583-80D8-FF00A56FFDA0}" dt="2026-09-16T05:46:32.764" v="282" actId="14100"/>
        <pc:sldMkLst>
          <pc:docMk/>
          <pc:sldMk cId="0" sldId="256"/>
        </pc:sldMkLst>
        <pc:spChg chg="mod">
          <ac:chgData name="vishal kolte" userId="7e3756dd29c79fb6" providerId="LiveId" clId="{6B8D82E6-A42A-4583-80D8-FF00A56FFDA0}" dt="2026-09-16T05:46:06.478" v="277" actId="20577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vishal kolte" userId="7e3756dd29c79fb6" providerId="LiveId" clId="{6B8D82E6-A42A-4583-80D8-FF00A56FFDA0}" dt="2026-09-15T16:21:27.256" v="130" actId="478"/>
          <ac:spMkLst>
            <pc:docMk/>
            <pc:sldMk cId="0" sldId="256"/>
            <ac:spMk id="6" creationId="{A3A8E70F-57E2-DB45-D4C3-5542418D1A48}"/>
          </ac:spMkLst>
        </pc:spChg>
        <pc:spChg chg="add del mod">
          <ac:chgData name="vishal kolte" userId="7e3756dd29c79fb6" providerId="LiveId" clId="{6B8D82E6-A42A-4583-80D8-FF00A56FFDA0}" dt="2026-09-15T16:21:01.301" v="127"/>
          <ac:spMkLst>
            <pc:docMk/>
            <pc:sldMk cId="0" sldId="256"/>
            <ac:spMk id="7" creationId="{005DB4C8-8DD9-DAA7-D13F-3979CD385D53}"/>
          </ac:spMkLst>
        </pc:spChg>
        <pc:spChg chg="add mod">
          <ac:chgData name="vishal kolte" userId="7e3756dd29c79fb6" providerId="LiveId" clId="{6B8D82E6-A42A-4583-80D8-FF00A56FFDA0}" dt="2026-09-16T05:36:28.433" v="159" actId="1076"/>
          <ac:spMkLst>
            <pc:docMk/>
            <pc:sldMk cId="0" sldId="256"/>
            <ac:spMk id="13" creationId="{4705C94F-1BD2-26E9-B5B3-CADAE32B24C5}"/>
          </ac:spMkLst>
        </pc:spChg>
        <pc:spChg chg="add del">
          <ac:chgData name="vishal kolte" userId="7e3756dd29c79fb6" providerId="LiveId" clId="{6B8D82E6-A42A-4583-80D8-FF00A56FFDA0}" dt="2026-09-16T05:35:41.325" v="153" actId="22"/>
          <ac:spMkLst>
            <pc:docMk/>
            <pc:sldMk cId="0" sldId="256"/>
            <ac:spMk id="15" creationId="{0C7A57CC-C284-761A-71C2-207A6278E580}"/>
          </ac:spMkLst>
        </pc:spChg>
        <pc:spChg chg="add mod">
          <ac:chgData name="vishal kolte" userId="7e3756dd29c79fb6" providerId="LiveId" clId="{6B8D82E6-A42A-4583-80D8-FF00A56FFDA0}" dt="2026-09-16T05:46:32.764" v="282" actId="14100"/>
          <ac:spMkLst>
            <pc:docMk/>
            <pc:sldMk cId="0" sldId="256"/>
            <ac:spMk id="17" creationId="{3EE2E53D-EBA5-96A2-B879-B1EC1033DB5E}"/>
          </ac:spMkLst>
        </pc:spChg>
        <pc:picChg chg="add del mod">
          <ac:chgData name="vishal kolte" userId="7e3756dd29c79fb6" providerId="LiveId" clId="{6B8D82E6-A42A-4583-80D8-FF00A56FFDA0}" dt="2026-09-16T05:34:49.550" v="138" actId="478"/>
          <ac:picMkLst>
            <pc:docMk/>
            <pc:sldMk cId="0" sldId="256"/>
            <ac:picMk id="9" creationId="{3320550F-8B92-9BB7-5159-3890A26A746C}"/>
          </ac:picMkLst>
        </pc:picChg>
        <pc:picChg chg="add del mod">
          <ac:chgData name="vishal kolte" userId="7e3756dd29c79fb6" providerId="LiveId" clId="{6B8D82E6-A42A-4583-80D8-FF00A56FFDA0}" dt="2026-09-16T05:35:27.630" v="147" actId="478"/>
          <ac:picMkLst>
            <pc:docMk/>
            <pc:sldMk cId="0" sldId="256"/>
            <ac:picMk id="11" creationId="{A4A49E08-4A7A-BE0F-42BE-1A49FAE3BA7E}"/>
          </ac:picMkLst>
        </pc:picChg>
      </pc:sldChg>
      <pc:sldChg chg="addSp delSp modSp mod">
        <pc:chgData name="vishal kolte" userId="7e3756dd29c79fb6" providerId="LiveId" clId="{6B8D82E6-A42A-4583-80D8-FF00A56FFDA0}" dt="2026-08-23T08:32:01.679" v="8" actId="14100"/>
        <pc:sldMkLst>
          <pc:docMk/>
          <pc:sldMk cId="0" sldId="257"/>
        </pc:sldMkLst>
        <pc:picChg chg="add mod">
          <ac:chgData name="vishal kolte" userId="7e3756dd29c79fb6" providerId="LiveId" clId="{6B8D82E6-A42A-4583-80D8-FF00A56FFDA0}" dt="2026-08-23T08:32:01.679" v="8" actId="14100"/>
          <ac:picMkLst>
            <pc:docMk/>
            <pc:sldMk cId="0" sldId="257"/>
            <ac:picMk id="15" creationId="{77B7AFF2-A248-FB8C-0C9B-28AC0340A027}"/>
          </ac:picMkLst>
        </pc:picChg>
      </pc:sldChg>
      <pc:sldChg chg="delSp modSp mod">
        <pc:chgData name="vishal kolte" userId="7e3756dd29c79fb6" providerId="LiveId" clId="{6B8D82E6-A42A-4583-80D8-FF00A56FFDA0}" dt="2026-09-16T05:43:48.709" v="259" actId="478"/>
        <pc:sldMkLst>
          <pc:docMk/>
          <pc:sldMk cId="0" sldId="258"/>
        </pc:sldMkLst>
        <pc:spChg chg="mod">
          <ac:chgData name="vishal kolte" userId="7e3756dd29c79fb6" providerId="LiveId" clId="{6B8D82E6-A42A-4583-80D8-FF00A56FFDA0}" dt="2026-09-16T05:39:15.972" v="173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38:31.379" v="169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38:50.704" v="170" actId="12"/>
          <ac:spMkLst>
            <pc:docMk/>
            <pc:sldMk cId="0" sldId="258"/>
            <ac:spMk id="5" creationId="{00000000-0000-0000-0000-000000000000}"/>
          </ac:spMkLst>
        </pc:spChg>
        <pc:picChg chg="del mod">
          <ac:chgData name="vishal kolte" userId="7e3756dd29c79fb6" providerId="LiveId" clId="{6B8D82E6-A42A-4583-80D8-FF00A56FFDA0}" dt="2026-09-16T05:43:48.709" v="259" actId="478"/>
          <ac:picMkLst>
            <pc:docMk/>
            <pc:sldMk cId="0" sldId="258"/>
            <ac:picMk id="10" creationId="{00000000-0000-0000-0000-000000000000}"/>
          </ac:picMkLst>
        </pc:picChg>
      </pc:sldChg>
      <pc:sldChg chg="addSp delSp modSp mod">
        <pc:chgData name="vishal kolte" userId="7e3756dd29c79fb6" providerId="LiveId" clId="{6B8D82E6-A42A-4583-80D8-FF00A56FFDA0}" dt="2026-08-23T08:40:47.063" v="64" actId="14100"/>
        <pc:sldMkLst>
          <pc:docMk/>
          <pc:sldMk cId="0" sldId="259"/>
        </pc:sldMkLst>
        <pc:spChg chg="mod">
          <ac:chgData name="vishal kolte" userId="7e3756dd29c79fb6" providerId="LiveId" clId="{6B8D82E6-A42A-4583-80D8-FF00A56FFDA0}" dt="2026-08-23T08:39:29.094" v="59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39:22.179" v="58" actId="207"/>
          <ac:spMkLst>
            <pc:docMk/>
            <pc:sldMk cId="0" sldId="259"/>
            <ac:spMk id="27" creationId="{00000000-0000-0000-0000-000000000000}"/>
          </ac:spMkLst>
        </pc:spChg>
        <pc:spChg chg="add del mod">
          <ac:chgData name="vishal kolte" userId="7e3756dd29c79fb6" providerId="LiveId" clId="{6B8D82E6-A42A-4583-80D8-FF00A56FFDA0}" dt="2026-08-23T08:40:41.040" v="63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40:47.063" v="64" actId="1410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40:01.878" v="61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34:24.514" v="10" actId="20577"/>
          <ac:spMkLst>
            <pc:docMk/>
            <pc:sldMk cId="0" sldId="259"/>
            <ac:spMk id="32" creationId="{00000000-0000-0000-0000-000000000000}"/>
          </ac:spMkLst>
        </pc:spChg>
        <pc:picChg chg="add mod">
          <ac:chgData name="vishal kolte" userId="7e3756dd29c79fb6" providerId="LiveId" clId="{6B8D82E6-A42A-4583-80D8-FF00A56FFDA0}" dt="2026-08-23T08:36:43.835" v="36" actId="14100"/>
          <ac:picMkLst>
            <pc:docMk/>
            <pc:sldMk cId="0" sldId="259"/>
            <ac:picMk id="41" creationId="{B29ABB23-E7D3-88F1-6BF1-0C8353AA247C}"/>
          </ac:picMkLst>
        </pc:picChg>
      </pc:sldChg>
      <pc:sldChg chg="modSp mod setBg">
        <pc:chgData name="vishal kolte" userId="7e3756dd29c79fb6" providerId="LiveId" clId="{6B8D82E6-A42A-4583-80D8-FF00A56FFDA0}" dt="2026-09-16T05:42:47.114" v="257" actId="207"/>
        <pc:sldMkLst>
          <pc:docMk/>
          <pc:sldMk cId="0" sldId="265"/>
        </pc:sldMkLst>
        <pc:spChg chg="mod">
          <ac:chgData name="vishal kolte" userId="7e3756dd29c79fb6" providerId="LiveId" clId="{6B8D82E6-A42A-4583-80D8-FF00A56FFDA0}" dt="2026-09-16T05:41:52.536" v="249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1:56.902" v="250" actId="113"/>
          <ac:spMkLst>
            <pc:docMk/>
            <pc:sldMk cId="0" sldId="265"/>
            <ac:spMk id="5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2:24.412" v="254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2:16.207" v="253" actId="113"/>
          <ac:spMkLst>
            <pc:docMk/>
            <pc:sldMk cId="0" sldId="265"/>
            <ac:spMk id="8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2:31.520" v="255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2:47.114" v="257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1:10.040" v="243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2:00.701" v="251" actId="11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0:45.440" v="240" actId="2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0:37.339" v="239" actId="207"/>
          <ac:spMkLst>
            <pc:docMk/>
            <pc:sldMk cId="0" sldId="265"/>
            <ac:spMk id="17" creationId="{00000000-0000-0000-0000-000000000000}"/>
          </ac:spMkLst>
        </pc:spChg>
      </pc:sldChg>
      <pc:sldChg chg="modSp mod">
        <pc:chgData name="vishal kolte" userId="7e3756dd29c79fb6" providerId="LiveId" clId="{6B8D82E6-A42A-4583-80D8-FF00A56FFDA0}" dt="2026-09-16T05:44:43.706" v="264" actId="14100"/>
        <pc:sldMkLst>
          <pc:docMk/>
          <pc:sldMk cId="0" sldId="266"/>
        </pc:sldMkLst>
        <pc:spChg chg="mod">
          <ac:chgData name="vishal kolte" userId="7e3756dd29c79fb6" providerId="LiveId" clId="{6B8D82E6-A42A-4583-80D8-FF00A56FFDA0}" dt="2026-09-16T05:44:43.706" v="264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vishal kolte" userId="7e3756dd29c79fb6" providerId="LiveId" clId="{6B8D82E6-A42A-4583-80D8-FF00A56FFDA0}" dt="2026-09-16T05:44:35.915" v="262" actId="14100"/>
          <ac:spMkLst>
            <pc:docMk/>
            <pc:sldMk cId="0" sldId="266"/>
            <ac:spMk id="24" creationId="{00000000-0000-0000-0000-000000000000}"/>
          </ac:spMkLst>
        </pc:spChg>
      </pc:sldChg>
      <pc:sldChg chg="addSp modSp new mod">
        <pc:chgData name="vishal kolte" userId="7e3756dd29c79fb6" providerId="LiveId" clId="{6B8D82E6-A42A-4583-80D8-FF00A56FFDA0}" dt="2026-08-23T08:44:16.054" v="68" actId="14100"/>
        <pc:sldMkLst>
          <pc:docMk/>
          <pc:sldMk cId="55914407" sldId="267"/>
        </pc:sldMkLst>
        <pc:picChg chg="add mod">
          <ac:chgData name="vishal kolte" userId="7e3756dd29c79fb6" providerId="LiveId" clId="{6B8D82E6-A42A-4583-80D8-FF00A56FFDA0}" dt="2026-08-23T08:44:16.054" v="68" actId="14100"/>
          <ac:picMkLst>
            <pc:docMk/>
            <pc:sldMk cId="55914407" sldId="267"/>
            <ac:picMk id="3" creationId="{24C8A23A-25F0-ADF6-89CA-D14B9FFEA3F7}"/>
          </ac:picMkLst>
        </pc:picChg>
      </pc:sldChg>
      <pc:sldChg chg="addSp delSp modSp new mod">
        <pc:chgData name="vishal kolte" userId="7e3756dd29c79fb6" providerId="LiveId" clId="{6B8D82E6-A42A-4583-80D8-FF00A56FFDA0}" dt="2026-08-23T08:56:40.749" v="121" actId="22"/>
        <pc:sldMkLst>
          <pc:docMk/>
          <pc:sldMk cId="319098094" sldId="268"/>
        </pc:sldMkLst>
        <pc:picChg chg="add">
          <ac:chgData name="vishal kolte" userId="7e3756dd29c79fb6" providerId="LiveId" clId="{6B8D82E6-A42A-4583-80D8-FF00A56FFDA0}" dt="2026-08-23T08:56:40.749" v="121" actId="22"/>
          <ac:picMkLst>
            <pc:docMk/>
            <pc:sldMk cId="319098094" sldId="268"/>
            <ac:picMk id="12" creationId="{1D52B788-BB21-E027-389B-51E1F4930A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723056"/>
            <a:ext cx="3490723" cy="2804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0" y="3617132"/>
            <a:ext cx="3154680" cy="1035558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0936" y="723056"/>
            <a:ext cx="4052460" cy="3944197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t>9/15/2026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45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244009"/>
            <a:ext cx="8085582" cy="3693750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900">
                <a:solidFill>
                  <a:schemeClr val="tx1"/>
                </a:solidFill>
              </a:defRPr>
            </a:lvl4pPr>
            <a:lvl5pPr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D15516-589F-487D-BF51-9635DCEA90D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796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913524"/>
            <a:ext cx="8229600" cy="589788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479472"/>
            <a:ext cx="8229600" cy="360280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73981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97089" y="4340394"/>
            <a:ext cx="1127583" cy="27384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9/15/2026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74245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159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933956"/>
            <a:ext cx="5909501" cy="2694472"/>
          </a:xfrm>
        </p:spPr>
        <p:txBody>
          <a:bodyPr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128587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0850" y="276225"/>
            <a:ext cx="5531644" cy="760810"/>
          </a:xfrm>
        </p:spPr>
        <p:txBody>
          <a:bodyPr anchor="ctr">
            <a:norm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83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4652"/>
            <a:ext cx="7159752" cy="2756914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85762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5568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61" y="972063"/>
            <a:ext cx="3264994" cy="3199376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292" y="972063"/>
            <a:ext cx="3243834" cy="319937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922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456432"/>
            <a:ext cx="3127248" cy="1207008"/>
          </a:xfrm>
        </p:spPr>
        <p:txBody>
          <a:bodyPr anchor="t" anchorCtr="0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42976" y="822960"/>
            <a:ext cx="2832353" cy="2376075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098" y="630936"/>
            <a:ext cx="3161538" cy="399821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2281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1675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1961388"/>
            <a:ext cx="2859786" cy="266776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4" y="630936"/>
            <a:ext cx="3717131" cy="2667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62152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386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30936"/>
            <a:ext cx="2249424" cy="3888486"/>
          </a:xfrm>
        </p:spPr>
        <p:txBody>
          <a:bodyPr anchor="t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0194" y="630936"/>
            <a:ext cx="4695116" cy="38884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3665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060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64" y="742884"/>
            <a:ext cx="1924195" cy="1394206"/>
          </a:xfrm>
        </p:spPr>
        <p:txBody>
          <a:bodyPr anchor="b"/>
          <a:lstStyle>
            <a:lvl1pPr>
              <a:def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24204" y="2258501"/>
            <a:ext cx="1919983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1050" dirty="0"/>
            </a:lvl3pPr>
            <a:lvl4pPr marL="514350" indent="0">
              <a:buNone/>
              <a:defRPr lang="en-US" sz="1050" dirty="0"/>
            </a:lvl4pPr>
            <a:lvl5pPr marL="6858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719423" y="1194719"/>
            <a:ext cx="2230142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34222" y="4767263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42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7911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640" y="411480"/>
            <a:ext cx="4569919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595414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371600"/>
            <a:ext cx="4553712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97866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7719424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205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0"/>
            <a:ext cx="4601718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71600"/>
            <a:ext cx="4601718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50408" y="0"/>
            <a:ext cx="3593592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651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06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5143500" cy="699516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51435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8321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136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37560"/>
            <a:ext cx="3271266" cy="946979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1" y="1484596"/>
            <a:ext cx="3270647" cy="32469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09110" y="0"/>
            <a:ext cx="483489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9909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172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3429000" cy="699516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34290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38291" y="0"/>
            <a:ext cx="4705709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33793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224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59201"/>
            <a:ext cx="2804922" cy="104274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347634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74251" y="4263232"/>
            <a:ext cx="1281907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740" y="3759200"/>
            <a:ext cx="4800600" cy="104274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50">
                <a:solidFill>
                  <a:schemeClr val="tx1"/>
                </a:solidFill>
              </a:defRPr>
            </a:lvl1pPr>
            <a:lvl2pPr marL="17145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2pPr>
            <a:lvl3pPr marL="3429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</a:defRPr>
            </a:lvl3pPr>
            <a:lvl4pPr marL="514350" indent="0"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685800" indent="0">
              <a:buFont typeface="Arial" panose="020B0604020202020204" pitchFamily="34" charset="0"/>
              <a:buNone/>
              <a:defRPr sz="8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0469" y="4076305"/>
            <a:ext cx="90805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478672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2288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3662172"/>
            <a:ext cx="2743202" cy="1090422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1" y="411482"/>
            <a:ext cx="2617631" cy="3031235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03320" y="411956"/>
            <a:ext cx="4920854" cy="4319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8458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75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3" y="419506"/>
            <a:ext cx="8066753" cy="69951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748310" y="3446210"/>
            <a:ext cx="2030018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6427" y="4698151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1285239"/>
            <a:ext cx="3290259" cy="3459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1285240"/>
            <a:ext cx="4899803" cy="385826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14313" lvl="0" indent="-214313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32963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3703321"/>
            <a:ext cx="5240653" cy="101498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750"/>
              </a:spcBef>
              <a:defRPr sz="21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3050" y="411766"/>
            <a:ext cx="7091363" cy="3250406"/>
          </a:xfrm>
        </p:spPr>
        <p:txBody>
          <a:bodyPr anchor="b">
            <a:normAutofit/>
          </a:bodyPr>
          <a:lstStyle>
            <a:lvl1pPr>
              <a:defRPr sz="174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028700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652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6" y="-921095"/>
            <a:ext cx="7989570" cy="850392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8104" y="1701562"/>
            <a:ext cx="5207793" cy="2965691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1pPr>
            <a:lvl2pPr marL="1714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2pPr>
            <a:lvl3pPr marL="3429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3pPr>
            <a:lvl4pPr marL="5143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4pPr>
            <a:lvl5pPr marL="6858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3B8C54-B76A-4DD8-BD0B-11200408342B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292904" y="-1072785"/>
            <a:ext cx="4558193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89199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5126" y="4251960"/>
            <a:ext cx="4733748" cy="349758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750"/>
              </a:spcBef>
              <a:defRPr sz="135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47851" y="1308433"/>
            <a:ext cx="5248298" cy="263093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5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108535" y="-1261480"/>
            <a:ext cx="4926932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09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8" y="1577579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13710" y="1577341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5335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577340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9" y="2057401"/>
            <a:ext cx="3867890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32020" y="1577340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32021" y="2057401"/>
            <a:ext cx="3887391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4803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518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886D589-8B08-4190-9F3B-BA01ED2999CB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3602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7" y="342900"/>
            <a:ext cx="5506730" cy="850392"/>
          </a:xfrm>
          <a:noFill/>
        </p:spPr>
        <p:txBody>
          <a:bodyPr anchor="b">
            <a:noAutofit/>
          </a:bodyPr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936" y="1968246"/>
            <a:ext cx="7818120" cy="24003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2427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726377"/>
            <a:ext cx="8055863" cy="2940874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72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73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8743"/>
            <a:ext cx="7886700" cy="8376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848371" y="1194718"/>
            <a:ext cx="22301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46102"/>
            <a:ext cx="7886700" cy="308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750"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3" y="1368083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6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  <p:sldLayoutId id="2147483824" r:id="rId2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05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svg"/><Relationship Id="rId11" Type="http://schemas.openxmlformats.org/officeDocument/2006/relationships/image" Target="../media/image11.png"/><Relationship Id="rId5" Type="http://schemas.openxmlformats.org/officeDocument/2006/relationships/image" Target="../media/image23.svg"/><Relationship Id="rId10" Type="http://schemas.openxmlformats.org/officeDocument/2006/relationships/image" Target="../media/image28.jpe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jp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3453"/>
            <a:ext cx="4722763" cy="12633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Gill Sans Ultra Bold" panose="020B0A02020104020203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Growing Smarter, One Field at a Time</a:t>
            </a:r>
            <a:endParaRPr lang="en-US" sz="2750" dirty="0">
              <a:latin typeface="Gill Sans Ultra Bold" panose="020B0A020201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816769"/>
            <a:ext cx="5179963" cy="141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Intelligent Farm  Operations Platform with Smart </a:t>
            </a:r>
            <a:r>
              <a:rPr lang="en-US" sz="1100" dirty="0" err="1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Agro</a:t>
            </a:r>
            <a:r>
              <a:rPr lang="en-US" sz="1100" dirty="0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Precision  System</a:t>
            </a:r>
          </a:p>
          <a:p>
            <a:pPr>
              <a:lnSpc>
                <a:spcPct val="133000"/>
              </a:lnSpc>
            </a:pPr>
            <a:endParaRPr lang="en-US" sz="1100" dirty="0">
              <a:solidFill>
                <a:srgbClr val="5557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Team Members :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Vishal Kolte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SHAIK SUFIYAN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Renuka 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M.Eshwar</a:t>
            </a: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Priyadarshni</a:t>
            </a: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 R</a:t>
            </a:r>
          </a:p>
          <a:p>
            <a:pPr>
              <a:lnSpc>
                <a:spcPct val="133000"/>
              </a:lnSpc>
            </a:pP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705C94F-1BD2-26E9-B5B3-CADAE32B24C5}"/>
              </a:ext>
            </a:extLst>
          </p:cNvPr>
          <p:cNvSpPr/>
          <p:nvPr/>
        </p:nvSpPr>
        <p:spPr>
          <a:xfrm>
            <a:off x="389196" y="2249906"/>
            <a:ext cx="4122645" cy="1660358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Team Members :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Vishal Kolte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SHAIK SUFIYAN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Renuka 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M.Eshwar</a:t>
            </a: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Priyadarshni</a:t>
            </a: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 R</a:t>
            </a:r>
          </a:p>
          <a:p>
            <a:endParaRPr lang="en-US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EE2E53D-EBA5-96A2-B879-B1EC1033DB5E}"/>
              </a:ext>
            </a:extLst>
          </p:cNvPr>
          <p:cNvSpPr/>
          <p:nvPr/>
        </p:nvSpPr>
        <p:spPr>
          <a:xfrm>
            <a:off x="448063" y="3989439"/>
            <a:ext cx="4023568" cy="774290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  <p:txBody>
          <a:bodyPr/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Under the </a:t>
            </a: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MentorShip</a:t>
            </a: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 of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</a:rPr>
              <a:t>Suramya Biswas</a:t>
            </a: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79524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1295921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Fragmented Tracking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62127" y="1602432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Crops, sowing/harvest cycles, and yields managed manually or across disconnected spreadsheets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2519437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Central System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62127" y="2825948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single platform to manage multiple farms, crops, and yield history together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3742953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Poor Decision-Making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62127" y="4049464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structured records, harvest planning and data-driven decisions are nearly impossible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4876165"/>
            <a:ext cx="2028825" cy="238125"/>
          </a:xfrm>
          <a:prstGeom prst="rect">
            <a:avLst/>
          </a:prstGeom>
        </p:spPr>
      </p:pic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7B7AFF2-A248-FB8C-0C9B-28AC0340A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719" y="0"/>
            <a:ext cx="4003838" cy="531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6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143"/>
            <a:ext cx="8151763" cy="660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Proposed Solution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96819" y="1605632"/>
            <a:ext cx="8151763" cy="2194090"/>
          </a:xfrm>
          <a:prstGeom prst="roundRect">
            <a:avLst>
              <a:gd name="adj" fmla="val 9440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35781" y="1959992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latin typeface="Georgia" panose="02040502050405020303" pitchFamily="18" charset="0"/>
                <a:ea typeface="Inter" panose="02000503000000020004" pitchFamily="34" charset="-122"/>
                <a:cs typeface="Inter" panose="02000503000000020004" pitchFamily="34" charset="-120"/>
              </a:rPr>
              <a:t>Intelligent Farm Operations Platform with Smart </a:t>
            </a:r>
            <a:r>
              <a:rPr lang="en-US" sz="1350" b="1" dirty="0" err="1">
                <a:latin typeface="Georgia" panose="02040502050405020303" pitchFamily="18" charset="0"/>
                <a:ea typeface="Inter" panose="02000503000000020004" pitchFamily="34" charset="-122"/>
                <a:cs typeface="Inter" panose="02000503000000020004" pitchFamily="34" charset="-120"/>
              </a:rPr>
              <a:t>Agro</a:t>
            </a:r>
            <a:r>
              <a:rPr lang="en-US" sz="1350" b="1" dirty="0">
                <a:latin typeface="Georgia" panose="02040502050405020303" pitchFamily="18" charset="0"/>
                <a:ea typeface="Inter" panose="02000503000000020004" pitchFamily="34" charset="-122"/>
                <a:cs typeface="Inter" panose="02000503000000020004" pitchFamily="34" charset="-120"/>
              </a:rPr>
              <a:t> Precision  System</a:t>
            </a:r>
            <a:endParaRPr lang="en-US" sz="1350" b="1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4290" y="2374814"/>
            <a:ext cx="7196823" cy="950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3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FFFF"/>
                </a:solidFill>
                <a:latin typeface="Arial Rounded MT Bold" panose="020F0704030504030204" pitchFamily="34" charset="0"/>
                <a:ea typeface="MingLiU_MSCS-ExtB" panose="02020500000000000000" pitchFamily="18" charset="-120"/>
                <a:cs typeface="Manrope" pitchFamily="34" charset="-120"/>
              </a:rPr>
              <a:t>A centralized web platform for farmers to register, manage multiple farms, track crops, and monitor yield and harvest timelines — all in one dashboard</a:t>
            </a: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0398" y="2628826"/>
            <a:ext cx="31593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5210398" y="2927555"/>
            <a:ext cx="3442246" cy="346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b="1" dirty="0"/>
          </a:p>
        </p:txBody>
      </p:sp>
      <p:sp>
        <p:nvSpPr>
          <p:cNvPr id="9" name="Text 7"/>
          <p:cNvSpPr/>
          <p:nvPr/>
        </p:nvSpPr>
        <p:spPr>
          <a:xfrm>
            <a:off x="5125065" y="3167650"/>
            <a:ext cx="3527579" cy="346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b="1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Features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 &amp; Registration with validation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 Management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view, and manage multiple farms per 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Management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track, and delete crops linked to specific farms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Yield Details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Soil type, sown/harvest month, yield per acre, insights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48063" y="350832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Responsive Modern UI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Clean dashboard-style interface built for usability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44633" y="3550146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24787" y="3654773"/>
            <a:ext cx="365447" cy="333561"/>
          </a:xfrm>
          <a:prstGeom prst="ellipse">
            <a:avLst/>
          </a:prstGeom>
          <a:solidFill>
            <a:srgbClr val="FF7047"/>
          </a:solidFill>
        </p:spPr>
      </p:sp>
      <p:sp>
        <p:nvSpPr>
          <p:cNvPr id="31" name="Text 23"/>
          <p:cNvSpPr/>
          <p:nvPr/>
        </p:nvSpPr>
        <p:spPr>
          <a:xfrm>
            <a:off x="4724787" y="4114912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chemeClr val="tx2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expense Tracking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ea typeface="Public Sans" pitchFamily="34" charset="-122"/>
                <a:cs typeface="Times New Roman" panose="02020603050405020304" pitchFamily="18" charset="0"/>
              </a:rPr>
              <a:t>Log and categorize all farm expenses with real-time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ea typeface="Public Sans" pitchFamily="34" charset="-122"/>
                <a:cs typeface="Times New Roman" panose="02020603050405020304" pitchFamily="18" charset="0"/>
              </a:rPr>
              <a:t>summaries and analytics.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9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5175" y="4812665"/>
            <a:ext cx="2028825" cy="238125"/>
          </a:xfrm>
          <a:prstGeom prst="rect">
            <a:avLst/>
          </a:prstGeom>
        </p:spPr>
      </p:pic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B29ABB23-E7D3-88F1-6BF1-0C8353AA2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0891" y="3722369"/>
            <a:ext cx="313240" cy="219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8A23A-25F0-ADF6-89CA-D14B9FFEA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 Stack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2570"/>
            <a:ext cx="2670423" cy="10332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016" y="1462757"/>
            <a:ext cx="172715" cy="1727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4642" y="1161976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64642" y="1435447"/>
            <a:ext cx="1972494" cy="5009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React.js, React Router, Axios, custom CSS — component-based architecture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59347"/>
            <a:ext cx="2670423" cy="69926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016" y="2422550"/>
            <a:ext cx="172715" cy="17271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64642" y="2288753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64642" y="2562225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/ Java REST APIs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52155"/>
            <a:ext cx="2670423" cy="69926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016" y="3215357"/>
            <a:ext cx="172715" cy="17271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64642" y="3081561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1064642" y="3355032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744962"/>
            <a:ext cx="2670423" cy="86625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016" y="4091657"/>
            <a:ext cx="172715" cy="17271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064642" y="3874368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Communication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1064642" y="4147840"/>
            <a:ext cx="1972494" cy="3339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endpoints with credential-based sessions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2292" y="1348457"/>
            <a:ext cx="5200278" cy="294679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180" y="48571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271" y="31332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Stencil" panose="040409050D0802020404" pitchFamily="82" charset="0"/>
                <a:ea typeface="Inter" panose="02000503000000020004" pitchFamily="34" charset="-122"/>
                <a:cs typeface="Inter" panose="02000503000000020004" pitchFamily="34" charset="-120"/>
              </a:rPr>
              <a:t>System Architecture</a:t>
            </a:r>
            <a:endParaRPr lang="en-US" sz="1400" dirty="0">
              <a:latin typeface="Stencil" panose="040409050D0802020404" pitchFamily="8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" y="656418"/>
            <a:ext cx="4472741" cy="41324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8227" y="2612455"/>
            <a:ext cx="1491639" cy="687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14931" y="3527592"/>
            <a:ext cx="1491639" cy="2292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Layer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5012" y="3937903"/>
            <a:ext cx="6674984" cy="41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services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6412" y="3483142"/>
            <a:ext cx="1401816" cy="5354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2742" y="4037424"/>
            <a:ext cx="1082842" cy="4150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Persistent relational store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24263" y="943147"/>
            <a:ext cx="1425603" cy="458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SPA (Client)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56612" y="1401682"/>
            <a:ext cx="1136984" cy="3403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Component-based frontend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4854401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 3-tier architecture — component-based React frontend, dedicated service layers (CropService, FarmService, LoginService) calling REST endpoints, backed by a PostgreSQL database.</a:t>
            </a:r>
            <a:endParaRPr lang="en-US" sz="550" dirty="0"/>
          </a:p>
        </p:txBody>
      </p:sp>
      <p:pic>
        <p:nvPicPr>
          <p:cNvPr id="16" name="Picture 15" descr="Angular 17+ : Blending Angular's Old and New Architectures with Standalone Components">
            <a:extLst>
              <a:ext uri="{FF2B5EF4-FFF2-40B4-BE49-F238E27FC236}">
                <a16:creationId xmlns:a16="http://schemas.microsoft.com/office/drawing/2014/main" id="{DDED03CE-9E9D-D481-0896-ED8CB54D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558" y="1370818"/>
            <a:ext cx="4458442" cy="34647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D52B788-BB21-E027-389B-51E1F4930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2"/>
            <a:ext cx="9144000" cy="512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43283"/>
            <a:ext cx="4722763" cy="472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UI/UX Highlights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144752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5" y="140047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Themed Login &amp; Registration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600721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Custom-designed experience with FarmVerse branding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1110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Tables with Inline Actions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4175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List and Crop List with View Yield and Delete actions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292789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Dedicated Crop Detail View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234407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name, soil type, crop area, sown/harvest month, yield per acre, insights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39715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 Form Validation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2780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Inline error feedback across all entry points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94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 Modules — End-to-End Farmer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56445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Register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556445"/>
            <a:ext cx="2717229" cy="567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5510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Login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556445"/>
            <a:ext cx="2717229" cy="567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2336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Farmer Dashboard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628454"/>
            <a:ext cx="2717229" cy="567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87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 Farm / Crop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628454"/>
            <a:ext cx="2717229" cy="5670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35510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View Crop Yield Details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96119" y="3859932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step of the farmer journey — from onboarding to detailed crop yield insights — is handled within a single, cohesive platform.</a:t>
            </a:r>
            <a:endParaRPr lang="en-US" sz="1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5175" y="484378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8151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Challenges &amp; Solutions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708" y="1186532"/>
            <a:ext cx="2652861" cy="972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97352" y="1327026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97352" y="163673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integrity between farm and crop relationships across all operations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9708" y="2271564"/>
            <a:ext cx="2652861" cy="1163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7352" y="2412057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 API Integration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97352" y="2721769"/>
            <a:ext cx="2314724" cy="5728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Structuring reusable service functions (CropService, FarmService, LoginService) for maintainable code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708" y="3547542"/>
            <a:ext cx="2652861" cy="972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7352" y="3688035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Intuitive Multi-Step Flow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197352" y="399774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a seamless user journey from registration through to crop tracking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175" y="481520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1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6512"/>
            <a:ext cx="8151763" cy="5053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Yield Prediction</a:t>
            </a:r>
            <a:endParaRPr lang="en-US" sz="1350" b="1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ML integration using historical yield data</a:t>
            </a:r>
            <a:endParaRPr lang="en-US" sz="11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Weather API Integration</a:t>
            </a:r>
            <a:endParaRPr lang="en-US" sz="1350" b="1" dirty="0"/>
          </a:p>
        </p:txBody>
      </p:sp>
      <p:sp>
        <p:nvSpPr>
          <p:cNvPr id="8" name="Text 4"/>
          <p:cNvSpPr/>
          <p:nvPr/>
        </p:nvSpPr>
        <p:spPr>
          <a:xfrm>
            <a:off x="3733130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Real-time weather data for smarter crop planning</a:t>
            </a:r>
            <a:endParaRPr lang="en-US" sz="110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98440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Analytics Dashboard</a:t>
            </a:r>
            <a:endParaRPr lang="en-US" sz="1350" b="1" dirty="0"/>
          </a:p>
        </p:txBody>
      </p:sp>
      <p:sp>
        <p:nvSpPr>
          <p:cNvPr id="11" name="Text 6"/>
          <p:cNvSpPr/>
          <p:nvPr/>
        </p:nvSpPr>
        <p:spPr>
          <a:xfrm>
            <a:off x="6509445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Charts for yield trends across seasons</a:t>
            </a:r>
            <a:endParaRPr lang="en-US" sz="110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Mobile App</a:t>
            </a:r>
            <a:endParaRPr lang="en-US" sz="1350" b="1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Native mobile version for on-field access</a:t>
            </a:r>
            <a:endParaRPr lang="en-US" sz="1100" b="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Multi-Language Support</a:t>
            </a:r>
            <a:endParaRPr lang="en-US" sz="1350" b="1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Localization for farmers across regions</a:t>
            </a:r>
            <a:endParaRPr lang="en-US" sz="11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5175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Learnings, Takeaways &amp; Thank You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4784" y="893862"/>
            <a:ext cx="4100736" cy="3843635"/>
          </a:xfrm>
          <a:prstGeom prst="roundRect">
            <a:avLst>
              <a:gd name="adj" fmla="val 4232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27745" y="983828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7745" y="1261542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7745" y="143916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7" name="Text 5"/>
          <p:cNvSpPr/>
          <p:nvPr/>
        </p:nvSpPr>
        <p:spPr>
          <a:xfrm>
            <a:off x="527745" y="152422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Full-Stack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7745" y="179070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Frontend–backend–database end-to-end development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7745" y="212772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745" y="230534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1" name="Text 9"/>
          <p:cNvSpPr/>
          <p:nvPr/>
        </p:nvSpPr>
        <p:spPr>
          <a:xfrm>
            <a:off x="527745" y="239040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7745" y="265688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Designing and consuming structured REST endpoints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7745" y="299390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7745" y="317152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5" name="Text 13"/>
          <p:cNvSpPr/>
          <p:nvPr/>
        </p:nvSpPr>
        <p:spPr>
          <a:xfrm>
            <a:off x="527745" y="325658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State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745" y="352305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Real-world form validation and component state in React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7745" y="386008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7745" y="403770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9" name="Text 17"/>
          <p:cNvSpPr/>
          <p:nvPr/>
        </p:nvSpPr>
        <p:spPr>
          <a:xfrm>
            <a:off x="527745" y="4122762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Usability-First UI/UX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745" y="438923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Applying design principles for accessible, intuitive interfaces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84018" y="1085031"/>
            <a:ext cx="3768626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4018" y="1524223"/>
            <a:ext cx="3768626" cy="4889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the opportunity to present </a:t>
            </a: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FarmVerse</a:t>
            </a: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part of the Infosys Internship Project Review.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4577" y="995065"/>
            <a:ext cx="14288" cy="762149"/>
          </a:xfrm>
          <a:prstGeom prst="roundRect">
            <a:avLst>
              <a:gd name="adj" fmla="val 49998"/>
            </a:avLst>
          </a:prstGeom>
          <a:solidFill>
            <a:srgbClr val="FF7047"/>
          </a:solidFill>
        </p:spPr>
      </p:sp>
      <p:sp>
        <p:nvSpPr>
          <p:cNvPr id="24" name="Text 22"/>
          <p:cNvSpPr/>
          <p:nvPr/>
        </p:nvSpPr>
        <p:spPr>
          <a:xfrm>
            <a:off x="4678248" y="2425596"/>
            <a:ext cx="4395267" cy="2381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Questions &amp; Feedback Welcome</a:t>
            </a:r>
            <a:endParaRPr lang="en-US" sz="8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690" y="48444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981</TotalTime>
  <Words>577</Words>
  <Application>Microsoft Office PowerPoint</Application>
  <PresentationFormat>On-screen Show (16:9)</PresentationFormat>
  <Paragraphs>122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 Rounded MT Bold</vt:lpstr>
      <vt:lpstr>Arial</vt:lpstr>
      <vt:lpstr>Times New Roman</vt:lpstr>
      <vt:lpstr>Manrope Bold</vt:lpstr>
      <vt:lpstr>Wingdings</vt:lpstr>
      <vt:lpstr>Gill Sans Ultra Bold</vt:lpstr>
      <vt:lpstr>Inter</vt:lpstr>
      <vt:lpstr>Stencil</vt:lpstr>
      <vt:lpstr>Goudy Old Style</vt:lpstr>
      <vt:lpstr>Inter Light</vt:lpstr>
      <vt:lpstr>Georgia</vt:lpstr>
      <vt:lpstr>Manrope</vt:lpstr>
      <vt:lpstr>Calibri</vt:lpstr>
      <vt:lpstr>Felix Titling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vishal kolte</cp:lastModifiedBy>
  <cp:revision>4</cp:revision>
  <dcterms:created xsi:type="dcterms:W3CDTF">2026-08-15T14:19:00Z</dcterms:created>
  <dcterms:modified xsi:type="dcterms:W3CDTF">2026-09-16T05:48:16Z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91E75F797DE74AC4B0B2CDEF5D4FADBE_13</vt:lpwstr>
  </property>
</Properties>
</file>